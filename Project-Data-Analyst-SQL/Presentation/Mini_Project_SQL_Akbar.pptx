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4" r:id="rId1"/>
  </p:sldMasterIdLst>
  <p:notesMasterIdLst>
    <p:notesMasterId r:id="rId24"/>
  </p:notesMasterIdLst>
  <p:sldIdLst>
    <p:sldId id="256" r:id="rId2"/>
    <p:sldId id="257" r:id="rId3"/>
    <p:sldId id="298" r:id="rId4"/>
    <p:sldId id="262" r:id="rId5"/>
    <p:sldId id="263" r:id="rId6"/>
    <p:sldId id="299" r:id="rId7"/>
    <p:sldId id="270" r:id="rId8"/>
    <p:sldId id="280" r:id="rId9"/>
    <p:sldId id="281" r:id="rId10"/>
    <p:sldId id="282" r:id="rId11"/>
    <p:sldId id="283" r:id="rId12"/>
    <p:sldId id="284" r:id="rId13"/>
    <p:sldId id="285" r:id="rId14"/>
    <p:sldId id="286" r:id="rId15"/>
    <p:sldId id="287" r:id="rId16"/>
    <p:sldId id="288" r:id="rId17"/>
    <p:sldId id="289" r:id="rId18"/>
    <p:sldId id="290" r:id="rId19"/>
    <p:sldId id="291" r:id="rId20"/>
    <p:sldId id="292" r:id="rId21"/>
    <p:sldId id="266" r:id="rId22"/>
    <p:sldId id="279" r:id="rId23"/>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1" d="100"/>
          <a:sy n="71" d="100"/>
        </p:scale>
        <p:origin x="59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678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B71B9-5AF5-4B39-DBCB-2E2E261288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2F02E9-A245-BCA0-8667-D653B7C6FE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D9BC60-85D7-D451-2727-5E8702E3E5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84B2645-9DB9-D03A-FFC1-0A8E6DB2AF02}"/>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7716665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A6F4A-C4E3-6B8F-A46E-C3B67C3662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4E3EA3-832F-8EFD-8498-8AD75A0B4C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C599AA-D25F-3143-AAFA-A638F21C5F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5C92A2-B3CD-60E9-C31D-D36D2C8DB15D}"/>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2524846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F56369-65C4-8615-5B45-51C7C85AED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5852F1-D38D-58C3-F0D0-95564AEDF9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AC3A80-9908-C417-373B-098411E99B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F8508BD-72E3-484F-2E45-266F3B1CD2F1}"/>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735926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B3A79-470F-1A68-565F-6BC2806C25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7CFC51-7FB3-984F-4962-51F1696A36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BFBED8-336E-F12C-355A-B9BA771E0B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EDCE4D4-665C-68F1-6749-BFAAE7ECA845}"/>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1900838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A93F0D-2C87-3454-D719-2BA38AC4DA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61B347-386C-3E09-C516-315B4583F5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4185B0-D406-891D-9F1C-3084500443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0A6F3E-ED56-2D5A-B07D-EAE1B2C310F7}"/>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583688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2A16E-FF6A-479E-DB88-06DDC20C5A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427BFB-0B8E-C085-FB6B-C4CFF272E0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1D34F8-199A-42CA-E267-B571975A6A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89E8B30-A187-587E-AE3F-7380E67028A5}"/>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8794303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8BC77-9D4A-CA68-F646-4016CFC52B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9420C4-3ABB-E681-4881-0012577264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180E50-88E0-1733-C97B-25483C8F5CA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7243A0-63BF-E53D-8AFD-46A947DCCE9E}"/>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1366080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87551-7C29-D2F9-F0FE-58C54388BA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BC233E-5E6A-A05C-EEAE-2AA03601B7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71826A-BC50-BF0D-FBA8-86EF4CF398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271C24C-7734-0EC2-3ACD-55A7290F0A3D}"/>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4941742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2C87F-E72D-05A9-31E0-77647D5857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7BE65F-7174-BC1C-DDD3-E600B14071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61730C-11E4-1444-616E-5DDF0A2358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897EA6-18B5-DB0C-52FE-7DC4D5C00480}"/>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99929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D3F72-73E2-9391-D3AA-46700621D7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0214C8-6F42-CA38-A1B4-C2FCE311B7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50B03C-E027-A2CE-11F3-BE9842EA3DE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DAB24BE-3B5B-DFC2-A97B-37718654CA4C}"/>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41313875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31DED-4B86-7E5A-2E05-60D93B4AB2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BC1C00-04C9-4C03-4B7E-E9513EB73E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CA5A7A-C1EB-00B6-0199-7893168805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1E71A04-8468-AFB3-B175-44448521D829}"/>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5348925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AA237-CB05-DF45-872D-49EF256546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8BFF2E-759E-CBC3-3443-7ECA9E3F7C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19A8F0-0BDB-8BCE-8A3E-57D4B54057E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C77B7C-E570-CB07-C540-9BA122C0C3C8}"/>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267438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F1A2B-F268-E851-5B41-1876BAB5CE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7FEB99-4ADF-C204-746E-8B727636CF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5420E9-CFF2-1173-B769-05EF5C49B0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D8AB4D1-48DE-4FF9-0268-29317C099466}"/>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9858270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55177-0184-DC2E-CFE8-406B965FEB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9F1B57-EBE3-209A-651A-405B489B2F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1D110D-5B32-C83C-5BFC-969E74E4F8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628D3C-6349-58AC-4848-622C2CE3F4FF}"/>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848063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87D72-C0F4-81E8-CE99-3973DFC119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DFC073-2291-346A-1FB3-D9741F1690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94E1DB-6EC9-C65C-7043-E775EE5A46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90F1B33-BED4-D627-CF05-125DB063406B}"/>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9072256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51A03-64C9-A83B-1CE5-086C47A64F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40CF17-E782-7E34-BA39-DA1D51F162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0DD0F2-2A2D-C432-6496-7D26083DC7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02F0E65-AED2-49E5-6683-D8CF5F1546FE}"/>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2092392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283AD-B85D-96BC-2E86-A32218BA5A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31C459-4025-8D9F-EFE7-268D1E6542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B21449-F458-E80E-A29D-C68816FA443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AD4A50A-83C7-640A-BE1F-B4AE50EAA2E4}"/>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73710123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6789" y="-1"/>
            <a:ext cx="12192001" cy="6858000"/>
          </a:xfrm>
          <a:blipFill>
            <a:blip r:embed="rId2">
              <a:alphaModFix amt="70000"/>
            </a:blip>
            <a:stretch>
              <a:fillRect/>
            </a:stretch>
          </a:blipFill>
        </p:spPr>
        <p:txBody>
          <a:bodyPr/>
          <a:lstStyle>
            <a:lvl1pPr>
              <a:defRPr/>
            </a:lvl1pPr>
          </a:lstStyle>
          <a:p>
            <a:r>
              <a:rPr lang="en-US" dirty="0"/>
              <a:t>   </a:t>
            </a:r>
          </a:p>
        </p:txBody>
      </p:sp>
      <p:sp>
        <p:nvSpPr>
          <p:cNvPr id="6" name="Title 5">
            <a:extLst>
              <a:ext uri="{FF2B5EF4-FFF2-40B4-BE49-F238E27FC236}">
                <a16:creationId xmlns:a16="http://schemas.microsoft.com/office/drawing/2014/main" id="{F7DA815B-BFAB-3E8D-D7E1-E7F9DE0A7703}"/>
              </a:ext>
            </a:extLst>
          </p:cNvPr>
          <p:cNvSpPr>
            <a:spLocks noGrp="1"/>
          </p:cNvSpPr>
          <p:nvPr>
            <p:ph type="title"/>
          </p:nvPr>
        </p:nvSpPr>
        <p:spPr>
          <a:xfrm>
            <a:off x="0" y="-1"/>
            <a:ext cx="6096000" cy="6857999"/>
          </a:xfrm>
          <a:gradFill>
            <a:gsLst>
              <a:gs pos="86000">
                <a:schemeClr val="accent4">
                  <a:lumMod val="50000"/>
                  <a:alpha val="95000"/>
                </a:schemeClr>
              </a:gs>
              <a:gs pos="100000">
                <a:schemeClr val="bg2">
                  <a:alpha val="90000"/>
                </a:schemeClr>
              </a:gs>
              <a:gs pos="42000">
                <a:srgbClr val="161824">
                  <a:alpha val="20000"/>
                </a:srgbClr>
              </a:gs>
              <a:gs pos="18000">
                <a:schemeClr val="bg2">
                  <a:lumMod val="90000"/>
                  <a:lumOff val="10000"/>
                  <a:alpha val="0"/>
                </a:schemeClr>
              </a:gs>
            </a:gsLst>
            <a:lin ang="11400000" scaled="0"/>
          </a:gradFill>
        </p:spPr>
        <p:txBody>
          <a:bodyPr lIns="365760" tIns="822960" rIns="914400" bIns="2286000" anchor="t"/>
          <a:lstStyle>
            <a:lvl1pPr>
              <a:defRPr sz="5000"/>
            </a:lvl1pPr>
          </a:lstStyle>
          <a:p>
            <a:r>
              <a:rPr lang="en-US"/>
              <a:t>Click to edit Master title style</a:t>
            </a:r>
            <a:endParaRPr lang="en-US" dirty="0"/>
          </a:p>
        </p:txBody>
      </p:sp>
      <p:sp>
        <p:nvSpPr>
          <p:cNvPr id="15" name="Subtitle 2">
            <a:extLst>
              <a:ext uri="{FF2B5EF4-FFF2-40B4-BE49-F238E27FC236}">
                <a16:creationId xmlns:a16="http://schemas.microsoft.com/office/drawing/2014/main" id="{57758407-B9B8-FC90-BBF1-B9013F196E21}"/>
              </a:ext>
            </a:extLst>
          </p:cNvPr>
          <p:cNvSpPr>
            <a:spLocks noGrp="1"/>
          </p:cNvSpPr>
          <p:nvPr>
            <p:ph type="subTitle" idx="1"/>
          </p:nvPr>
        </p:nvSpPr>
        <p:spPr>
          <a:xfrm>
            <a:off x="0" y="2401889"/>
            <a:ext cx="6096000" cy="4456112"/>
          </a:xfrm>
          <a:gradFill>
            <a:gsLst>
              <a:gs pos="35000">
                <a:schemeClr val="bg2">
                  <a:alpha val="32000"/>
                </a:schemeClr>
              </a:gs>
              <a:gs pos="56000">
                <a:schemeClr val="accent6">
                  <a:alpha val="0"/>
                </a:schemeClr>
              </a:gs>
              <a:gs pos="8000">
                <a:schemeClr val="bg2"/>
              </a:gs>
              <a:gs pos="22000">
                <a:schemeClr val="bg2">
                  <a:alpha val="67000"/>
                </a:schemeClr>
              </a:gs>
            </a:gsLst>
            <a:path path="circle">
              <a:fillToRect t="100000" r="100000"/>
            </a:path>
          </a:gradFill>
        </p:spPr>
        <p:txBody>
          <a:bodyPr vert="horz" lIns="393192" tIns="457200" rIns="274320" bIns="731520" rtlCol="0" anchor="b">
            <a:normAutofit/>
          </a:bodyPr>
          <a:lstStyle>
            <a:lvl1pPr marL="0" indent="0">
              <a:buNone/>
              <a:defRPr lang="en-US" sz="1400" dirty="0"/>
            </a:lvl1pPr>
          </a:lstStyle>
          <a:p>
            <a:pPr lvl="0"/>
            <a:r>
              <a:rPr lang="en-US"/>
              <a:t>Click to edit Master subtitle style</a:t>
            </a:r>
            <a:endParaRPr lang="en-US" dirty="0"/>
          </a:p>
        </p:txBody>
      </p:sp>
      <p:sp>
        <p:nvSpPr>
          <p:cNvPr id="11" name="Date Placeholder 10">
            <a:extLst>
              <a:ext uri="{FF2B5EF4-FFF2-40B4-BE49-F238E27FC236}">
                <a16:creationId xmlns:a16="http://schemas.microsoft.com/office/drawing/2014/main" id="{A03BE6F4-76AC-1913-6858-8449FC30A22C}"/>
              </a:ext>
            </a:extLst>
          </p:cNvPr>
          <p:cNvSpPr>
            <a:spLocks noGrp="1"/>
          </p:cNvSpPr>
          <p:nvPr>
            <p:ph type="dt" sz="half" idx="14"/>
          </p:nvPr>
        </p:nvSpPr>
        <p:spPr/>
        <p:txBody>
          <a:bodyPr/>
          <a:lstStyle/>
          <a:p>
            <a:fld id="{C764DE79-268F-4C1A-8933-263129D2AF90}" type="datetimeFigureOut">
              <a:rPr lang="en-US" smtClean="0"/>
              <a:t>9/23/2026</a:t>
            </a:fld>
            <a:endParaRPr lang="en-US" dirty="0"/>
          </a:p>
        </p:txBody>
      </p:sp>
      <p:sp>
        <p:nvSpPr>
          <p:cNvPr id="12" name="Footer Placeholder 11">
            <a:extLst>
              <a:ext uri="{FF2B5EF4-FFF2-40B4-BE49-F238E27FC236}">
                <a16:creationId xmlns:a16="http://schemas.microsoft.com/office/drawing/2014/main" id="{3A959F0E-1234-A029-DD14-0642D1457559}"/>
              </a:ext>
            </a:extLst>
          </p:cNvPr>
          <p:cNvSpPr>
            <a:spLocks noGrp="1"/>
          </p:cNvSpPr>
          <p:nvPr>
            <p:ph type="ftr" sz="quarter" idx="15"/>
          </p:nvPr>
        </p:nvSpPr>
        <p:spPr/>
        <p:txBody>
          <a:bodyPr/>
          <a:lstStyle/>
          <a:p>
            <a:endParaRPr lang="en-US" dirty="0"/>
          </a:p>
        </p:txBody>
      </p:sp>
      <p:sp>
        <p:nvSpPr>
          <p:cNvPr id="14" name="Slide Number Placeholder 13">
            <a:extLst>
              <a:ext uri="{FF2B5EF4-FFF2-40B4-BE49-F238E27FC236}">
                <a16:creationId xmlns:a16="http://schemas.microsoft.com/office/drawing/2014/main" id="{42107F04-5566-3CCB-8B23-B8B3ECBA5457}"/>
              </a:ext>
            </a:extLst>
          </p:cNvPr>
          <p:cNvSpPr>
            <a:spLocks noGrp="1"/>
          </p:cNvSpPr>
          <p:nvPr>
            <p:ph type="sldNum" sz="quarter" idx="16"/>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806794984"/>
      </p:ext>
    </p:extLst>
  </p:cSld>
  <p:clrMapOvr>
    <a:masterClrMapping/>
  </p:clrMapOvr>
  <p:hf sldNum="0" hdr="0" ftr="0" dt="0"/>
  <p:extLst>
    <p:ext uri="{DCECCB84-F9BA-43D5-87BE-67443E8EF086}">
      <p15:sldGuideLst xmlns:p15="http://schemas.microsoft.com/office/powerpoint/2012/main">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22282"/>
            <a:ext cx="9830017" cy="731520"/>
          </a:xfrm>
        </p:spPr>
        <p:txBody>
          <a:bodyPr anchor="b">
            <a:normAutofit/>
          </a:bodyPr>
          <a:lstStyle>
            <a:lvl1pPr>
              <a:defRPr sz="2800">
                <a:solidFill>
                  <a:schemeClr val="tx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C764DE79-268F-4C1A-8933-263129D2AF90}" type="datetimeFigureOut">
              <a:rPr lang="en-US" smtClean="0"/>
              <a:t>9/23/2026</a:t>
            </a:fld>
            <a:endParaRPr lang="en-US" dirty="0"/>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endParaRPr lang="en-US" dirty="0"/>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48F63A3B-78C7-47BE-AE5E-E10140E04643}" type="slidenum">
              <a:rPr lang="en-US" smtClean="0"/>
              <a:t>‹#›</a:t>
            </a:fld>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2" y="2011680"/>
            <a:ext cx="11402568"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4" name="Straight Connector 3">
            <a:extLst>
              <a:ext uri="{FF2B5EF4-FFF2-40B4-BE49-F238E27FC236}">
                <a16:creationId xmlns:a16="http://schemas.microsoft.com/office/drawing/2014/main" id="{F14132CA-3777-075A-ECC4-B9DEFA9B3CEB}"/>
              </a:ext>
            </a:extLst>
          </p:cNvPr>
          <p:cNvCxnSpPr>
            <a:cxnSpLocks/>
          </p:cNvCxnSpPr>
          <p:nvPr/>
        </p:nvCxnSpPr>
        <p:spPr>
          <a:xfrm flipH="1">
            <a:off x="394716" y="1704836"/>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541611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92000" cy="6858000"/>
          </a:xfrm>
          <a:blipFill>
            <a:blip r:embed="rId2">
              <a:alphaModFix amt="70000"/>
            </a:blip>
            <a:stretch>
              <a:fillRect l="-2" t="-1" b="-19091"/>
            </a:stretch>
          </a:blipFill>
        </p:spPr>
        <p:txBody>
          <a:bodyPr/>
          <a:lstStyle>
            <a:lvl1pPr>
              <a:defRPr/>
            </a:lvl1pPr>
          </a:lstStyle>
          <a:p>
            <a:r>
              <a:rPr lang="en-US" dirty="0"/>
              <a:t>   </a:t>
            </a:r>
          </a:p>
        </p:txBody>
      </p:sp>
      <p:sp>
        <p:nvSpPr>
          <p:cNvPr id="10" name="Title 9">
            <a:extLst>
              <a:ext uri="{FF2B5EF4-FFF2-40B4-BE49-F238E27FC236}">
                <a16:creationId xmlns:a16="http://schemas.microsoft.com/office/drawing/2014/main" id="{D35AE1E4-9BA4-415B-370F-31BCBBC952D7}"/>
              </a:ext>
            </a:extLst>
          </p:cNvPr>
          <p:cNvSpPr>
            <a:spLocks noGrp="1"/>
          </p:cNvSpPr>
          <p:nvPr>
            <p:ph type="title"/>
          </p:nvPr>
        </p:nvSpPr>
        <p:spPr>
          <a:xfrm>
            <a:off x="6096000" y="-1"/>
            <a:ext cx="6096000" cy="6857999"/>
          </a:xfrm>
          <a:gradFill>
            <a:gsLst>
              <a:gs pos="100000">
                <a:schemeClr val="bg2">
                  <a:alpha val="90000"/>
                </a:schemeClr>
              </a:gs>
              <a:gs pos="34000">
                <a:srgbClr val="061F7B">
                  <a:alpha val="5000"/>
                  <a:lumMod val="74000"/>
                </a:srgbClr>
              </a:gs>
              <a:gs pos="15000">
                <a:schemeClr val="accent1">
                  <a:lumMod val="75000"/>
                  <a:alpha val="0"/>
                </a:schemeClr>
              </a:gs>
            </a:gsLst>
            <a:lin ang="600000" scaled="0"/>
          </a:gradFill>
          <a:ln>
            <a:solidFill>
              <a:schemeClr val="tx1"/>
            </a:solidFill>
          </a:ln>
        </p:spPr>
        <p:txBody>
          <a:bodyPr lIns="1600200" tIns="822960" rIns="274320" bIns="457200" anchor="t"/>
          <a:lstStyle>
            <a:lvl1pPr>
              <a:defRPr sz="4200"/>
            </a:lvl1pPr>
          </a:lstStyle>
          <a:p>
            <a:r>
              <a:rPr lang="en-US"/>
              <a:t>Click to edit Master title style</a:t>
            </a:r>
            <a:endParaRPr lang="en-US" dirty="0"/>
          </a:p>
        </p:txBody>
      </p:sp>
      <p:sp>
        <p:nvSpPr>
          <p:cNvPr id="5" name="Subtitle 2">
            <a:extLst>
              <a:ext uri="{FF2B5EF4-FFF2-40B4-BE49-F238E27FC236}">
                <a16:creationId xmlns:a16="http://schemas.microsoft.com/office/drawing/2014/main" id="{D54B625A-114F-C2DE-F195-EF26EC052662}"/>
              </a:ext>
            </a:extLst>
          </p:cNvPr>
          <p:cNvSpPr>
            <a:spLocks noGrp="1"/>
          </p:cNvSpPr>
          <p:nvPr>
            <p:ph type="subTitle" idx="1"/>
          </p:nvPr>
        </p:nvSpPr>
        <p:spPr>
          <a:xfrm>
            <a:off x="5002306" y="4231338"/>
            <a:ext cx="7189694" cy="2626661"/>
          </a:xfrm>
          <a:gradFill>
            <a:gsLst>
              <a:gs pos="63000">
                <a:schemeClr val="accent5">
                  <a:lumMod val="75000"/>
                  <a:alpha val="0"/>
                </a:schemeClr>
              </a:gs>
              <a:gs pos="100000">
                <a:schemeClr val="accent3">
                  <a:lumMod val="60000"/>
                  <a:lumOff val="40000"/>
                  <a:alpha val="69000"/>
                </a:schemeClr>
              </a:gs>
              <a:gs pos="13000">
                <a:schemeClr val="bg2">
                  <a:alpha val="0"/>
                </a:schemeClr>
              </a:gs>
            </a:gsLst>
            <a:lin ang="4200000" scaled="0"/>
          </a:gradFill>
        </p:spPr>
        <p:txBody>
          <a:bodyPr vert="horz" lIns="2743200" tIns="640080" rIns="457200" bIns="731520" rtlCol="0" anchor="b">
            <a:normAutofit/>
          </a:bodyPr>
          <a:lstStyle>
            <a:lvl1pPr marL="0" indent="0">
              <a:buNone/>
              <a:defRPr lang="en-US" sz="1400" dirty="0"/>
            </a:lvl1pPr>
          </a:lstStyle>
          <a:p>
            <a:pPr lvl="0"/>
            <a:r>
              <a:rPr lang="en-US"/>
              <a:t>Click to edit Master subtitle style</a:t>
            </a:r>
            <a:endParaRPr lang="en-US" dirty="0"/>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7620000" y="210312"/>
            <a:ext cx="1473201" cy="365760"/>
          </a:xfrm>
        </p:spPr>
        <p:txBody>
          <a:bodyPr/>
          <a:lstStyle/>
          <a:p>
            <a:fld id="{C764DE79-268F-4C1A-8933-263129D2AF90}" type="datetimeFigureOut">
              <a:rPr lang="en-US" smtClean="0"/>
              <a:t>9/23/2026</a:t>
            </a:fld>
            <a:endParaRPr lang="en-US" dirty="0"/>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9164921" y="210312"/>
            <a:ext cx="2181351" cy="365760"/>
          </a:xfrm>
        </p:spPr>
        <p:txBody>
          <a:bodyPr/>
          <a:lstStyle/>
          <a:p>
            <a:endParaRPr lang="en-US" dirty="0"/>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447711" y="210312"/>
            <a:ext cx="448805" cy="365760"/>
          </a:xfrm>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42694597"/>
      </p:ext>
    </p:extLst>
  </p:cSld>
  <p:clrMapOvr>
    <a:masterClrMapping/>
  </p:clrMapOvr>
  <p:hf sldNum="0" hdr="0" ftr="0" dt="0"/>
  <p:extLst>
    <p:ext uri="{DCECCB84-F9BA-43D5-87BE-67443E8EF086}">
      <p15:sldGuideLst xmlns:p15="http://schemas.microsoft.com/office/powerpoint/2012/main">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A70A2D-6A6F-D8FD-B860-1F184E1B5E94}"/>
              </a:ext>
            </a:extLst>
          </p:cNvPr>
          <p:cNvSpPr>
            <a:spLocks noGrp="1"/>
          </p:cNvSpPr>
          <p:nvPr>
            <p:ph type="title"/>
          </p:nvPr>
        </p:nvSpPr>
        <p:spPr>
          <a:xfrm>
            <a:off x="274320" y="1133214"/>
            <a:ext cx="11631478" cy="1825674"/>
          </a:xfrm>
        </p:spPr>
        <p:txBody>
          <a:bodyPr anchor="t"/>
          <a:lstStyle>
            <a:lvl1pPr>
              <a:defRPr sz="5000"/>
            </a:lvl1pPr>
          </a:lstStyle>
          <a:p>
            <a:r>
              <a:rPr lang="en-US"/>
              <a:t>Click to edit Master title style</a:t>
            </a:r>
          </a:p>
        </p:txBody>
      </p:sp>
      <p:sp>
        <p:nvSpPr>
          <p:cNvPr id="7" name="Subtitle 2">
            <a:extLst>
              <a:ext uri="{FF2B5EF4-FFF2-40B4-BE49-F238E27FC236}">
                <a16:creationId xmlns:a16="http://schemas.microsoft.com/office/drawing/2014/main" id="{D95EA3D9-98A4-3891-668D-DF99CC18D7AC}"/>
              </a:ext>
            </a:extLst>
          </p:cNvPr>
          <p:cNvSpPr>
            <a:spLocks noGrp="1"/>
          </p:cNvSpPr>
          <p:nvPr>
            <p:ph type="subTitle" idx="1"/>
          </p:nvPr>
        </p:nvSpPr>
        <p:spPr>
          <a:xfrm>
            <a:off x="301751" y="5351226"/>
            <a:ext cx="7235954" cy="771276"/>
          </a:xfrm>
          <a:noFill/>
        </p:spPr>
        <p:txBody>
          <a:bodyPr vert="horz" lIns="91440" tIns="45720" rIns="91440" bIns="45720" rtlCol="0" anchor="t">
            <a:noAutofit/>
          </a:bodyPr>
          <a:lstStyle>
            <a:lvl1pPr marL="0" indent="0">
              <a:buNone/>
              <a:defRPr lang="en-US" sz="1800" dirty="0"/>
            </a:lvl1pPr>
          </a:lstStyle>
          <a:p>
            <a:pPr lvl="0"/>
            <a:r>
              <a:rPr lang="en-US"/>
              <a:t>Click to edit Master subtitle style</a:t>
            </a:r>
            <a:endParaRPr lang="en-US" dirty="0"/>
          </a:p>
        </p:txBody>
      </p:sp>
      <p:sp>
        <p:nvSpPr>
          <p:cNvPr id="15" name="Date Placeholder 14">
            <a:extLst>
              <a:ext uri="{FF2B5EF4-FFF2-40B4-BE49-F238E27FC236}">
                <a16:creationId xmlns:a16="http://schemas.microsoft.com/office/drawing/2014/main" id="{4E1D7382-6629-2CE5-9CD1-12C42772E0D2}"/>
              </a:ext>
            </a:extLst>
          </p:cNvPr>
          <p:cNvSpPr>
            <a:spLocks noGrp="1"/>
          </p:cNvSpPr>
          <p:nvPr>
            <p:ph type="dt" sz="half" idx="10"/>
          </p:nvPr>
        </p:nvSpPr>
        <p:spPr/>
        <p:txBody>
          <a:bodyPr/>
          <a:lstStyle/>
          <a:p>
            <a:fld id="{C764DE79-268F-4C1A-8933-263129D2AF90}" type="datetimeFigureOut">
              <a:rPr lang="en-US" smtClean="0"/>
              <a:t>9/23/2026</a:t>
            </a:fld>
            <a:endParaRPr lang="en-US" dirty="0"/>
          </a:p>
        </p:txBody>
      </p:sp>
      <p:sp>
        <p:nvSpPr>
          <p:cNvPr id="16" name="Footer Placeholder 15">
            <a:extLst>
              <a:ext uri="{FF2B5EF4-FFF2-40B4-BE49-F238E27FC236}">
                <a16:creationId xmlns:a16="http://schemas.microsoft.com/office/drawing/2014/main" id="{04D3FCD7-2C92-02D9-B65F-03119FF69156}"/>
              </a:ext>
            </a:extLst>
          </p:cNvPr>
          <p:cNvSpPr>
            <a:spLocks noGrp="1"/>
          </p:cNvSpPr>
          <p:nvPr>
            <p:ph type="ftr" sz="quarter" idx="11"/>
          </p:nvPr>
        </p:nvSpPr>
        <p:spPr/>
        <p:txBody>
          <a:bodyPr/>
          <a:lstStyle/>
          <a:p>
            <a:endParaRPr lang="en-US" dirty="0"/>
          </a:p>
        </p:txBody>
      </p:sp>
      <p:sp>
        <p:nvSpPr>
          <p:cNvPr id="17" name="Slide Number Placeholder 16">
            <a:extLst>
              <a:ext uri="{FF2B5EF4-FFF2-40B4-BE49-F238E27FC236}">
                <a16:creationId xmlns:a16="http://schemas.microsoft.com/office/drawing/2014/main" id="{6825B394-7F27-6399-8BDB-45CADE4F48C2}"/>
              </a:ext>
            </a:extLst>
          </p:cNvPr>
          <p:cNvSpPr>
            <a:spLocks noGrp="1"/>
          </p:cNvSpPr>
          <p:nvPr>
            <p:ph type="sldNum" sz="quarter" idx="12"/>
          </p:nvPr>
        </p:nvSpPr>
        <p:spPr/>
        <p:txBody>
          <a:bodyPr/>
          <a:lstStyle/>
          <a:p>
            <a:fld id="{48F63A3B-78C7-47BE-AE5E-E10140E04643}" type="slidenum">
              <a:rPr lang="en-US" smtClean="0"/>
              <a:t>‹#›</a:t>
            </a:fld>
            <a:endParaRPr lang="en-US" dirty="0"/>
          </a:p>
        </p:txBody>
      </p:sp>
      <p:sp>
        <p:nvSpPr>
          <p:cNvPr id="11" name="Rectangle 10">
            <a:extLst>
              <a:ext uri="{FF2B5EF4-FFF2-40B4-BE49-F238E27FC236}">
                <a16:creationId xmlns:a16="http://schemas.microsoft.com/office/drawing/2014/main" id="{6D514160-DA6E-9655-9294-6538F297B73D}"/>
              </a:ext>
            </a:extLst>
          </p:cNvPr>
          <p:cNvSpPr/>
          <p:nvPr/>
        </p:nvSpPr>
        <p:spPr>
          <a:xfrm rot="10800000">
            <a:off x="0" y="3432121"/>
            <a:ext cx="12192000" cy="1825033"/>
          </a:xfrm>
          <a:prstGeom prst="rect">
            <a:avLst/>
          </a:prstGeom>
          <a:gradFill>
            <a:gsLst>
              <a:gs pos="63000">
                <a:schemeClr val="bg2">
                  <a:alpha val="0"/>
                </a:schemeClr>
              </a:gs>
              <a:gs pos="100000">
                <a:schemeClr val="accent1">
                  <a:lumMod val="7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2EC29EB-3E43-F1FF-EB6B-9F5C908FFCC8}"/>
              </a:ext>
            </a:extLst>
          </p:cNvPr>
          <p:cNvSpPr/>
          <p:nvPr/>
        </p:nvSpPr>
        <p:spPr>
          <a:xfrm rot="16200000" flipH="1">
            <a:off x="5938634" y="-996853"/>
            <a:ext cx="1825034" cy="10681699"/>
          </a:xfrm>
          <a:prstGeom prst="rect">
            <a:avLst/>
          </a:prstGeom>
          <a:gradFill>
            <a:gsLst>
              <a:gs pos="56000">
                <a:schemeClr val="bg1">
                  <a:alpha val="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78528614"/>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3D93006-CD9A-ACB8-4DFF-755585BD51C6}"/>
              </a:ext>
            </a:extLst>
          </p:cNvPr>
          <p:cNvSpPr/>
          <p:nvPr/>
        </p:nvSpPr>
        <p:spPr>
          <a:xfrm rot="5400000" flipH="1" flipV="1">
            <a:off x="-367222" y="367225"/>
            <a:ext cx="6866356" cy="6131909"/>
          </a:xfrm>
          <a:prstGeom prst="rect">
            <a:avLst/>
          </a:prstGeom>
          <a:gradFill>
            <a:gsLst>
              <a:gs pos="13000">
                <a:schemeClr val="accent2"/>
              </a:gs>
              <a:gs pos="60000">
                <a:schemeClr val="bg2">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 name="Rectangle 6">
            <a:extLst>
              <a:ext uri="{FF2B5EF4-FFF2-40B4-BE49-F238E27FC236}">
                <a16:creationId xmlns:a16="http://schemas.microsoft.com/office/drawing/2014/main" id="{A35B8330-0A40-6340-3205-86A38459537F}"/>
              </a:ext>
            </a:extLst>
          </p:cNvPr>
          <p:cNvSpPr/>
          <p:nvPr/>
        </p:nvSpPr>
        <p:spPr>
          <a:xfrm rot="5400000" flipV="1">
            <a:off x="-1977949" y="2307330"/>
            <a:ext cx="6528619" cy="2572719"/>
          </a:xfrm>
          <a:prstGeom prst="rect">
            <a:avLst/>
          </a:prstGeom>
          <a:gradFill>
            <a:gsLst>
              <a:gs pos="0">
                <a:schemeClr val="accent1">
                  <a:lumMod val="75000"/>
                </a:schemeClr>
              </a:gs>
              <a:gs pos="42000">
                <a:schemeClr val="bg2">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Rectangle 5">
            <a:extLst>
              <a:ext uri="{FF2B5EF4-FFF2-40B4-BE49-F238E27FC236}">
                <a16:creationId xmlns:a16="http://schemas.microsoft.com/office/drawing/2014/main" id="{72AFF5B4-F60C-7639-0259-DAA1F9833429}"/>
              </a:ext>
            </a:extLst>
          </p:cNvPr>
          <p:cNvSpPr/>
          <p:nvPr/>
        </p:nvSpPr>
        <p:spPr>
          <a:xfrm rot="10800000">
            <a:off x="1" y="4216109"/>
            <a:ext cx="8887299" cy="2644533"/>
          </a:xfrm>
          <a:prstGeom prst="rect">
            <a:avLst/>
          </a:prstGeom>
          <a:gradFill>
            <a:gsLst>
              <a:gs pos="0">
                <a:schemeClr val="accent3">
                  <a:lumMod val="60000"/>
                  <a:lumOff val="40000"/>
                </a:schemeClr>
              </a:gs>
              <a:gs pos="49000">
                <a:schemeClr val="accent4">
                  <a:lumMod val="75000"/>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3018499" y="952500"/>
            <a:ext cx="8887299" cy="5636798"/>
          </a:xfrm>
        </p:spPr>
        <p:txBody>
          <a:bodyPr anchor="b">
            <a:normAutofit/>
          </a:bodyPr>
          <a:lstStyle>
            <a:lvl1pPr algn="r">
              <a:defRPr sz="72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3FCA76BF-5E58-9143-643F-6B06864B8735}"/>
              </a:ext>
            </a:extLst>
          </p:cNvPr>
          <p:cNvSpPr>
            <a:spLocks noGrp="1"/>
          </p:cNvSpPr>
          <p:nvPr>
            <p:ph type="dt" sz="half" idx="10"/>
          </p:nvPr>
        </p:nvSpPr>
        <p:spPr/>
        <p:txBody>
          <a:bodyPr/>
          <a:lstStyle/>
          <a:p>
            <a:fld id="{C764DE79-268F-4C1A-8933-263129D2AF90}" type="datetimeFigureOut">
              <a:rPr lang="en-US" smtClean="0"/>
              <a:t>9/23/2026</a:t>
            </a:fld>
            <a:endParaRPr lang="en-US" dirty="0"/>
          </a:p>
        </p:txBody>
      </p:sp>
      <p:sp>
        <p:nvSpPr>
          <p:cNvPr id="4" name="Footer Placeholder 3">
            <a:extLst>
              <a:ext uri="{FF2B5EF4-FFF2-40B4-BE49-F238E27FC236}">
                <a16:creationId xmlns:a16="http://schemas.microsoft.com/office/drawing/2014/main" id="{006C9F8B-DAAC-4FD9-5257-842E1B079B6D}"/>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EF8E261-B260-D169-5279-F4153543A76C}"/>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08779515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1AE9B9-D0DC-50F5-FE7E-BCF950A9B60C}"/>
              </a:ext>
            </a:extLst>
          </p:cNvPr>
          <p:cNvSpPr/>
          <p:nvPr/>
        </p:nvSpPr>
        <p:spPr>
          <a:xfrm>
            <a:off x="28450" y="0"/>
            <a:ext cx="7600185" cy="6858000"/>
          </a:xfrm>
          <a:prstGeom prst="rect">
            <a:avLst/>
          </a:prstGeom>
          <a:gradFill>
            <a:gsLst>
              <a:gs pos="52000">
                <a:schemeClr val="bg2">
                  <a:alpha val="0"/>
                </a:schemeClr>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0" y="3409447"/>
            <a:ext cx="7609635" cy="3448553"/>
          </a:xfrm>
          <a:prstGeom prst="rect">
            <a:avLst/>
          </a:prstGeom>
          <a:gradFill>
            <a:gsLst>
              <a:gs pos="0">
                <a:schemeClr val="accent2"/>
              </a:gs>
              <a:gs pos="45000">
                <a:schemeClr val="bg2">
                  <a:alpha val="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5" name="Rectangle 4">
            <a:extLst>
              <a:ext uri="{FF2B5EF4-FFF2-40B4-BE49-F238E27FC236}">
                <a16:creationId xmlns:a16="http://schemas.microsoft.com/office/drawing/2014/main" id="{32F5B7E4-5668-20C3-5FFF-AA7F08736507}"/>
              </a:ext>
            </a:extLst>
          </p:cNvPr>
          <p:cNvSpPr/>
          <p:nvPr/>
        </p:nvSpPr>
        <p:spPr>
          <a:xfrm rot="16200000">
            <a:off x="394816" y="-375817"/>
            <a:ext cx="6858000" cy="7609635"/>
          </a:xfrm>
          <a:prstGeom prst="rect">
            <a:avLst/>
          </a:prstGeom>
          <a:gradFill>
            <a:gsLst>
              <a:gs pos="0">
                <a:schemeClr val="tx1"/>
              </a:gs>
              <a:gs pos="18000">
                <a:schemeClr val="accent3">
                  <a:lumMod val="60000"/>
                  <a:lumOff val="40000"/>
                  <a:alpha val="72000"/>
                </a:schemeClr>
              </a:gs>
              <a:gs pos="56000">
                <a:schemeClr val="accent1">
                  <a:lumMod val="50000"/>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68344FF-8882-8B2E-4777-40771425C01A}"/>
              </a:ext>
            </a:extLst>
          </p:cNvPr>
          <p:cNvSpPr/>
          <p:nvPr/>
        </p:nvSpPr>
        <p:spPr>
          <a:xfrm rot="16200000">
            <a:off x="1188613" y="417977"/>
            <a:ext cx="5518112" cy="7361933"/>
          </a:xfrm>
          <a:prstGeom prst="rect">
            <a:avLst/>
          </a:prstGeom>
          <a:gradFill flip="none" rotWithShape="1">
            <a:gsLst>
              <a:gs pos="24000">
                <a:schemeClr val="bg2">
                  <a:alpha val="0"/>
                </a:schemeClr>
              </a:gs>
              <a:gs pos="45000">
                <a:schemeClr val="bg2">
                  <a:alpha val="82000"/>
                </a:schemeClr>
              </a:gs>
              <a:gs pos="67000">
                <a:schemeClr val="bg1">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8" name="Title 7">
            <a:extLst>
              <a:ext uri="{FF2B5EF4-FFF2-40B4-BE49-F238E27FC236}">
                <a16:creationId xmlns:a16="http://schemas.microsoft.com/office/drawing/2014/main" id="{5F9BCED7-6A0B-12F0-730B-5623879C9495}"/>
              </a:ext>
            </a:extLst>
          </p:cNvPr>
          <p:cNvSpPr>
            <a:spLocks noGrp="1"/>
          </p:cNvSpPr>
          <p:nvPr>
            <p:ph type="title"/>
          </p:nvPr>
        </p:nvSpPr>
        <p:spPr>
          <a:xfrm>
            <a:off x="266702" y="1714498"/>
            <a:ext cx="4960617" cy="4722876"/>
          </a:xfrm>
        </p:spPr>
        <p:txBody>
          <a:bodyPr/>
          <a:lstStyle>
            <a:lvl1pPr>
              <a:defRPr sz="5000"/>
            </a:lvl1pPr>
          </a:lstStyle>
          <a:p>
            <a:r>
              <a:rPr lang="en-US"/>
              <a:t>Click to edit Master title style</a:t>
            </a:r>
            <a:endParaRPr lang="en-US" dirty="0"/>
          </a:p>
        </p:txBody>
      </p:sp>
      <p:sp>
        <p:nvSpPr>
          <p:cNvPr id="13" name="Date Placeholder 12">
            <a:extLst>
              <a:ext uri="{FF2B5EF4-FFF2-40B4-BE49-F238E27FC236}">
                <a16:creationId xmlns:a16="http://schemas.microsoft.com/office/drawing/2014/main" id="{E14FBD3E-3A09-5EF4-6941-FFF3E03D5396}"/>
              </a:ext>
            </a:extLst>
          </p:cNvPr>
          <p:cNvSpPr>
            <a:spLocks noGrp="1"/>
          </p:cNvSpPr>
          <p:nvPr>
            <p:ph type="dt" sz="half" idx="14"/>
          </p:nvPr>
        </p:nvSpPr>
        <p:spPr/>
        <p:txBody>
          <a:bodyPr/>
          <a:lstStyle/>
          <a:p>
            <a:fld id="{C764DE79-268F-4C1A-8933-263129D2AF90}" type="datetimeFigureOut">
              <a:rPr lang="en-US" smtClean="0"/>
              <a:t>9/23/2026</a:t>
            </a:fld>
            <a:endParaRPr lang="en-US" dirty="0"/>
          </a:p>
        </p:txBody>
      </p:sp>
      <p:sp>
        <p:nvSpPr>
          <p:cNvPr id="14" name="Footer Placeholder 13">
            <a:extLst>
              <a:ext uri="{FF2B5EF4-FFF2-40B4-BE49-F238E27FC236}">
                <a16:creationId xmlns:a16="http://schemas.microsoft.com/office/drawing/2014/main" id="{362D8C0B-F931-385E-61C9-0E7226053F00}"/>
              </a:ext>
            </a:extLst>
          </p:cNvPr>
          <p:cNvSpPr>
            <a:spLocks noGrp="1"/>
          </p:cNvSpPr>
          <p:nvPr>
            <p:ph type="ftr" sz="quarter" idx="15"/>
          </p:nvPr>
        </p:nvSpPr>
        <p:spPr>
          <a:xfrm>
            <a:off x="7909368" y="210114"/>
            <a:ext cx="2509284" cy="365760"/>
          </a:xfrm>
        </p:spPr>
        <p:txBody>
          <a:bodyPr/>
          <a:lstStyle/>
          <a:p>
            <a:endParaRPr lang="en-US" dirty="0"/>
          </a:p>
        </p:txBody>
      </p:sp>
      <p:sp>
        <p:nvSpPr>
          <p:cNvPr id="15" name="Slide Number Placeholder 14">
            <a:extLst>
              <a:ext uri="{FF2B5EF4-FFF2-40B4-BE49-F238E27FC236}">
                <a16:creationId xmlns:a16="http://schemas.microsoft.com/office/drawing/2014/main" id="{07E96BDD-FAA3-3ABD-453F-3A62D97801B5}"/>
              </a:ext>
            </a:extLst>
          </p:cNvPr>
          <p:cNvSpPr>
            <a:spLocks noGrp="1"/>
          </p:cNvSpPr>
          <p:nvPr>
            <p:ph type="sldNum" sz="quarter" idx="16"/>
          </p:nvPr>
        </p:nvSpPr>
        <p:spPr/>
        <p:txBody>
          <a:bodyPr/>
          <a:lstStyle/>
          <a:p>
            <a:fld id="{48F63A3B-78C7-47BE-AE5E-E10140E04643}" type="slidenum">
              <a:rPr lang="en-US" smtClean="0"/>
              <a:t>‹#›</a:t>
            </a:fld>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952232" y="1246951"/>
            <a:ext cx="3404277" cy="4923185"/>
          </a:xfrm>
        </p:spPr>
        <p:txBody>
          <a:bodyPr vert="horz" lIns="91440" tIns="45720" rIns="91440" bIns="45720" rtlCol="0" anchor="t">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5B086C0A-2B9C-7A1D-5F77-AF7402CC1F84}"/>
              </a:ext>
            </a:extLst>
          </p:cNvPr>
          <p:cNvCxnSpPr>
            <a:cxnSpLocks/>
          </p:cNvCxnSpPr>
          <p:nvPr/>
        </p:nvCxnSpPr>
        <p:spPr>
          <a:xfrm flipH="1">
            <a:off x="8002560" y="762000"/>
            <a:ext cx="3840480"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835298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84410D4-C581-C48F-5E1D-E93DA884342F}"/>
              </a:ext>
            </a:extLst>
          </p:cNvPr>
          <p:cNvSpPr/>
          <p:nvPr/>
        </p:nvSpPr>
        <p:spPr>
          <a:xfrm rot="10800000">
            <a:off x="14619" y="-2"/>
            <a:ext cx="12177379" cy="4492404"/>
          </a:xfrm>
          <a:prstGeom prst="rect">
            <a:avLst/>
          </a:prstGeom>
          <a:gradFill flip="none" rotWithShape="1">
            <a:gsLst>
              <a:gs pos="33000">
                <a:schemeClr val="bg2">
                  <a:alpha val="0"/>
                </a:schemeClr>
              </a:gs>
              <a:gs pos="82000">
                <a:schemeClr val="accent1">
                  <a:lumMod val="50000"/>
                  <a:alpha val="44000"/>
                </a:schemeClr>
              </a:gs>
              <a:gs pos="100000">
                <a:schemeClr val="accent3">
                  <a:lumMod val="60000"/>
                  <a:lumOff val="40000"/>
                  <a:alpha val="9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723903" y="1161955"/>
            <a:ext cx="11468097" cy="3330447"/>
          </a:xfrm>
          <a:prstGeom prst="rect">
            <a:avLst/>
          </a:prstGeom>
          <a:gradFill>
            <a:gsLst>
              <a:gs pos="0">
                <a:schemeClr val="accent2">
                  <a:lumMod val="75000"/>
                </a:schemeClr>
              </a:gs>
              <a:gs pos="27000">
                <a:schemeClr val="bg2">
                  <a:alpha val="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3" name="Rectangle 2">
            <a:extLst>
              <a:ext uri="{FF2B5EF4-FFF2-40B4-BE49-F238E27FC236}">
                <a16:creationId xmlns:a16="http://schemas.microsoft.com/office/drawing/2014/main" id="{D31AE9B9-D0DC-50F5-FE7E-BCF950A9B60C}"/>
              </a:ext>
            </a:extLst>
          </p:cNvPr>
          <p:cNvSpPr/>
          <p:nvPr/>
        </p:nvSpPr>
        <p:spPr>
          <a:xfrm rot="10800000">
            <a:off x="-14621" y="-7466"/>
            <a:ext cx="6110621" cy="2500409"/>
          </a:xfrm>
          <a:prstGeom prst="rect">
            <a:avLst/>
          </a:prstGeom>
          <a:gradFill flip="none" rotWithShape="1">
            <a:gsLst>
              <a:gs pos="63000">
                <a:schemeClr val="bg2">
                  <a:alpha val="0"/>
                </a:schemeClr>
              </a:gs>
              <a:gs pos="100000">
                <a:schemeClr val="accent1">
                  <a:lumMod val="50000"/>
                </a:schemeClr>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B4D63E47-B71F-605F-2462-F6F2ED4F115C}"/>
              </a:ext>
            </a:extLst>
          </p:cNvPr>
          <p:cNvSpPr>
            <a:spLocks noGrp="1"/>
          </p:cNvSpPr>
          <p:nvPr>
            <p:ph type="title"/>
          </p:nvPr>
        </p:nvSpPr>
        <p:spPr>
          <a:xfrm>
            <a:off x="274320" y="1468924"/>
            <a:ext cx="5096176" cy="2461308"/>
          </a:xfrm>
        </p:spPr>
        <p:txBody>
          <a:bodyPr/>
          <a:lstStyle>
            <a:lvl1pPr>
              <a:defRPr sz="5000"/>
            </a:lvl1p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a:xfrm>
            <a:off x="419100" y="210114"/>
            <a:ext cx="2064089" cy="365760"/>
          </a:xfrm>
        </p:spPr>
        <p:txBody>
          <a:bodyPr/>
          <a:lstStyle>
            <a:lvl1pPr>
              <a:defRPr>
                <a:solidFill>
                  <a:schemeClr val="tx1"/>
                </a:solidFill>
              </a:defRPr>
            </a:lvl1pPr>
          </a:lstStyle>
          <a:p>
            <a:fld id="{C764DE79-268F-4C1A-8933-263129D2AF90}" type="datetimeFigureOut">
              <a:rPr lang="en-US" smtClean="0"/>
              <a:t>9/23/2026</a:t>
            </a:fld>
            <a:endParaRPr lang="en-US" dirty="0"/>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a:xfrm>
            <a:off x="6477000" y="210114"/>
            <a:ext cx="3251508" cy="365760"/>
          </a:xfrm>
        </p:spPr>
        <p:txBody>
          <a:bodyPr/>
          <a:lstStyle>
            <a:lvl1pPr>
              <a:defRPr>
                <a:solidFill>
                  <a:schemeClr val="tx1"/>
                </a:solidFill>
              </a:defRPr>
            </a:lvl1pPr>
          </a:lstStyle>
          <a:p>
            <a:endParaRPr lang="en-US" dirty="0"/>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48F63A3B-78C7-47BE-AE5E-E10140E04643}" type="slidenum">
              <a:rPr lang="en-US" smtClean="0"/>
              <a:t>‹#›</a:t>
            </a:fld>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487383" y="1161955"/>
            <a:ext cx="4158158" cy="2768278"/>
          </a:xfrm>
        </p:spPr>
        <p:txBody>
          <a:bodyPr vert="horz" lIns="91440" tIns="45720" rIns="91440" bIns="45720" rtlCol="0" anchor="b">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9B8CAF0-3749-D1CF-0FDA-20F4B5EE9862}"/>
              </a:ext>
            </a:extLst>
          </p:cNvPr>
          <p:cNvSpPr>
            <a:spLocks noGrp="1"/>
          </p:cNvSpPr>
          <p:nvPr>
            <p:ph type="pic" sz="quarter" idx="17" hasCustomPrompt="1"/>
          </p:nvPr>
        </p:nvSpPr>
        <p:spPr>
          <a:xfrm>
            <a:off x="0" y="4492402"/>
            <a:ext cx="12192000" cy="2365597"/>
          </a:xfrm>
          <a:blipFill>
            <a:blip r:embed="rId2">
              <a:alphaModFix amt="7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219796154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C28AA25-2696-95B5-3DD1-1DDCE335B96E}"/>
              </a:ext>
            </a:extLst>
          </p:cNvPr>
          <p:cNvSpPr/>
          <p:nvPr/>
        </p:nvSpPr>
        <p:spPr>
          <a:xfrm>
            <a:off x="0" y="0"/>
            <a:ext cx="12192000" cy="6869579"/>
          </a:xfrm>
          <a:prstGeom prst="rect">
            <a:avLst/>
          </a:prstGeom>
          <a:gradFill flip="none" rotWithShape="1">
            <a:gsLst>
              <a:gs pos="23000">
                <a:schemeClr val="bg2">
                  <a:alpha val="0"/>
                </a:schemeClr>
              </a:gs>
              <a:gs pos="61000">
                <a:schemeClr val="accent1">
                  <a:lumMod val="50000"/>
                  <a:alpha val="50000"/>
                </a:schemeClr>
              </a:gs>
              <a:gs pos="100000">
                <a:schemeClr val="accent3">
                  <a:lumMod val="60000"/>
                  <a:lumOff val="40000"/>
                </a:schemeClr>
              </a:gs>
            </a:gsLst>
            <a:lin ang="186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E6450F3-50BF-885C-FD60-BACC77C3F1E0}"/>
              </a:ext>
            </a:extLst>
          </p:cNvPr>
          <p:cNvSpPr/>
          <p:nvPr/>
        </p:nvSpPr>
        <p:spPr>
          <a:xfrm flipH="1" flipV="1">
            <a:off x="0" y="1727456"/>
            <a:ext cx="12192001" cy="5130541"/>
          </a:xfrm>
          <a:prstGeom prst="rect">
            <a:avLst/>
          </a:prstGeom>
          <a:gradFill>
            <a:gsLst>
              <a:gs pos="0">
                <a:schemeClr val="accent2">
                  <a:lumMod val="75000"/>
                </a:schemeClr>
              </a:gs>
              <a:gs pos="45000">
                <a:schemeClr val="bg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3D53C05B-A90A-250E-CBC3-E741A87656D9}"/>
              </a:ext>
            </a:extLst>
          </p:cNvPr>
          <p:cNvSpPr/>
          <p:nvPr/>
        </p:nvSpPr>
        <p:spPr>
          <a:xfrm rot="5400000">
            <a:off x="4285048" y="-1037373"/>
            <a:ext cx="6869579" cy="8944324"/>
          </a:xfrm>
          <a:prstGeom prst="rect">
            <a:avLst/>
          </a:prstGeom>
          <a:gradFill flip="none" rotWithShape="1">
            <a:gsLst>
              <a:gs pos="60000">
                <a:schemeClr val="accent5">
                  <a:alpha val="0"/>
                </a:schemeClr>
              </a:gs>
              <a:gs pos="94000">
                <a:schemeClr val="accent3">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0B1BC43-B272-D419-E8BB-6EFDB7CB6DE6}"/>
              </a:ext>
            </a:extLst>
          </p:cNvPr>
          <p:cNvSpPr/>
          <p:nvPr/>
        </p:nvSpPr>
        <p:spPr>
          <a:xfrm rot="16200000">
            <a:off x="3586718" y="-681705"/>
            <a:ext cx="6783165" cy="8296238"/>
          </a:xfrm>
          <a:prstGeom prst="rect">
            <a:avLst/>
          </a:prstGeom>
          <a:gradFill flip="none" rotWithShape="1">
            <a:gsLst>
              <a:gs pos="26000">
                <a:schemeClr val="bg2"/>
              </a:gs>
              <a:gs pos="73000">
                <a:schemeClr val="bg2">
                  <a:alpha val="0"/>
                </a:schemeClr>
              </a:gs>
            </a:gsLst>
            <a:path path="circle">
              <a:fillToRect l="50000" t="50000" r="50000" b="50000"/>
            </a:path>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cxnSp>
        <p:nvCxnSpPr>
          <p:cNvPr id="11" name="Straight Connector 10">
            <a:extLst>
              <a:ext uri="{FF2B5EF4-FFF2-40B4-BE49-F238E27FC236}">
                <a16:creationId xmlns:a16="http://schemas.microsoft.com/office/drawing/2014/main" id="{9E9B18E3-016A-6508-4AB9-C1B35F40CE8C}"/>
              </a:ext>
            </a:extLst>
          </p:cNvPr>
          <p:cNvCxnSpPr>
            <a:cxnSpLocks/>
          </p:cNvCxnSpPr>
          <p:nvPr/>
        </p:nvCxnSpPr>
        <p:spPr>
          <a:xfrm flipH="1">
            <a:off x="394716" y="6101080"/>
            <a:ext cx="11402568"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C44A4757-EA69-EF77-262C-A183AC218312}"/>
              </a:ext>
            </a:extLst>
          </p:cNvPr>
          <p:cNvSpPr/>
          <p:nvPr/>
        </p:nvSpPr>
        <p:spPr>
          <a:xfrm rot="10800000">
            <a:off x="0" y="1"/>
            <a:ext cx="12192000" cy="5281424"/>
          </a:xfrm>
          <a:prstGeom prst="rect">
            <a:avLst/>
          </a:prstGeom>
          <a:gradFill flip="none" rotWithShape="1">
            <a:gsLst>
              <a:gs pos="52000">
                <a:schemeClr val="accent2">
                  <a:lumMod val="50000"/>
                  <a:alpha val="0"/>
                </a:schemeClr>
              </a:gs>
              <a:gs pos="100000">
                <a:schemeClr val="accent1">
                  <a:lumMod val="75000"/>
                </a:schemeClr>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1" y="914400"/>
            <a:ext cx="7498080" cy="2621280"/>
          </a:xfrm>
        </p:spPr>
        <p:txBody>
          <a:bodyPr anchor="b">
            <a:normAutofit/>
          </a:bodyPr>
          <a:lstStyle>
            <a:lvl1pPr>
              <a:defRPr sz="4800" b="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2BF3AD86-30C4-61DF-3300-53A4A4BB6D4D}"/>
              </a:ext>
            </a:extLst>
          </p:cNvPr>
          <p:cNvSpPr>
            <a:spLocks noGrp="1"/>
          </p:cNvSpPr>
          <p:nvPr>
            <p:ph type="dt" sz="half" idx="14"/>
          </p:nvPr>
        </p:nvSpPr>
        <p:spPr/>
        <p:txBody>
          <a:bodyPr/>
          <a:lstStyle/>
          <a:p>
            <a:fld id="{C764DE79-268F-4C1A-8933-263129D2AF90}" type="datetimeFigureOut">
              <a:rPr lang="en-US" smtClean="0"/>
              <a:t>9/23/2026</a:t>
            </a:fld>
            <a:endParaRPr lang="en-US" dirty="0"/>
          </a:p>
        </p:txBody>
      </p:sp>
      <p:sp>
        <p:nvSpPr>
          <p:cNvPr id="5" name="Footer Placeholder 4">
            <a:extLst>
              <a:ext uri="{FF2B5EF4-FFF2-40B4-BE49-F238E27FC236}">
                <a16:creationId xmlns:a16="http://schemas.microsoft.com/office/drawing/2014/main" id="{B40ED380-F3FA-F88A-4719-014588A2E13B}"/>
              </a:ext>
            </a:extLst>
          </p:cNvPr>
          <p:cNvSpPr>
            <a:spLocks noGrp="1"/>
          </p:cNvSpPr>
          <p:nvPr>
            <p:ph type="ftr" sz="quarter" idx="15"/>
          </p:nvPr>
        </p:nvSpPr>
        <p:spPr/>
        <p:txBody>
          <a:bodyPr/>
          <a:lstStyle/>
          <a:p>
            <a:endParaRPr lang="en-US" dirty="0"/>
          </a:p>
        </p:txBody>
      </p:sp>
      <p:sp>
        <p:nvSpPr>
          <p:cNvPr id="6" name="Slide Number Placeholder 5">
            <a:extLst>
              <a:ext uri="{FF2B5EF4-FFF2-40B4-BE49-F238E27FC236}">
                <a16:creationId xmlns:a16="http://schemas.microsoft.com/office/drawing/2014/main" id="{A218F7C8-EA2A-EA2C-5113-86B95AACB171}"/>
              </a:ext>
            </a:extLst>
          </p:cNvPr>
          <p:cNvSpPr>
            <a:spLocks noGrp="1"/>
          </p:cNvSpPr>
          <p:nvPr>
            <p:ph type="sldNum" sz="quarter" idx="16"/>
          </p:nvPr>
        </p:nvSpPr>
        <p:spPr/>
        <p:txBody>
          <a:bodyPr/>
          <a:lstStyle/>
          <a:p>
            <a:fld id="{48F63A3B-78C7-47BE-AE5E-E10140E04643}" type="slidenum">
              <a:rPr lang="en-US" smtClean="0"/>
              <a:t>‹#›</a:t>
            </a:fld>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1" y="3901440"/>
            <a:ext cx="7498080" cy="18288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5386203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CB42C01-B12A-AF17-D0E9-403E14D1D1A7}"/>
              </a:ext>
            </a:extLst>
          </p:cNvPr>
          <p:cNvSpPr/>
          <p:nvPr/>
        </p:nvSpPr>
        <p:spPr>
          <a:xfrm rot="10800000" flipH="1">
            <a:off x="391802" y="773848"/>
            <a:ext cx="11800198" cy="3151902"/>
          </a:xfrm>
          <a:prstGeom prst="rect">
            <a:avLst/>
          </a:prstGeom>
          <a:gradFill>
            <a:gsLst>
              <a:gs pos="79000">
                <a:schemeClr val="bg2">
                  <a:alpha val="0"/>
                </a:schemeClr>
              </a:gs>
              <a:gs pos="100000">
                <a:schemeClr val="accent5">
                  <a:lumMod val="75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04AA29D-41E7-06F1-DA88-95401F827C71}"/>
              </a:ext>
            </a:extLst>
          </p:cNvPr>
          <p:cNvSpPr/>
          <p:nvPr/>
        </p:nvSpPr>
        <p:spPr>
          <a:xfrm rot="10800000" flipH="1">
            <a:off x="0" y="773847"/>
            <a:ext cx="11026588" cy="1634270"/>
          </a:xfrm>
          <a:prstGeom prst="rect">
            <a:avLst/>
          </a:prstGeom>
          <a:gradFill flip="none" rotWithShape="1">
            <a:gsLst>
              <a:gs pos="575">
                <a:schemeClr val="accent2"/>
              </a:gs>
              <a:gs pos="3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900" y="1918144"/>
            <a:ext cx="2939186" cy="2096814"/>
          </a:xfrm>
        </p:spPr>
        <p:txBody>
          <a:bodyPr vert="horz" lIns="91440" tIns="45720" rIns="91440" bIns="45720" rtlCol="0" anchor="t">
            <a:normAutofit/>
          </a:bodyPr>
          <a:lstStyle>
            <a:lvl1pPr>
              <a:defRPr lang="en-US" dirty="0">
                <a:solidFill>
                  <a:schemeClr val="tx1"/>
                </a:solidFill>
              </a:defRPr>
            </a:lvl1pPr>
          </a:lstStyle>
          <a:p>
            <a:pPr lvl="0"/>
            <a:r>
              <a:rPr lang="en-US"/>
              <a:t>Click to edit Master title style</a:t>
            </a:r>
          </a:p>
        </p:txBody>
      </p:sp>
      <p:sp>
        <p:nvSpPr>
          <p:cNvPr id="3" name="Date Placeholder 2">
            <a:extLst>
              <a:ext uri="{FF2B5EF4-FFF2-40B4-BE49-F238E27FC236}">
                <a16:creationId xmlns:a16="http://schemas.microsoft.com/office/drawing/2014/main" id="{11C4CAAF-9048-5116-D3C8-15E595C3BC25}"/>
              </a:ext>
            </a:extLst>
          </p:cNvPr>
          <p:cNvSpPr>
            <a:spLocks noGrp="1"/>
          </p:cNvSpPr>
          <p:nvPr>
            <p:ph type="dt" sz="half" idx="14"/>
          </p:nvPr>
        </p:nvSpPr>
        <p:spPr/>
        <p:txBody>
          <a:bodyPr/>
          <a:lstStyle/>
          <a:p>
            <a:fld id="{C764DE79-268F-4C1A-8933-263129D2AF90}" type="datetimeFigureOut">
              <a:rPr lang="en-US" smtClean="0"/>
              <a:t>9/23/2026</a:t>
            </a:fld>
            <a:endParaRPr lang="en-US" dirty="0"/>
          </a:p>
        </p:txBody>
      </p:sp>
      <p:sp>
        <p:nvSpPr>
          <p:cNvPr id="7" name="Footer Placeholder 6">
            <a:extLst>
              <a:ext uri="{FF2B5EF4-FFF2-40B4-BE49-F238E27FC236}">
                <a16:creationId xmlns:a16="http://schemas.microsoft.com/office/drawing/2014/main" id="{F3B715D2-E75C-A2E6-CE7A-70CE2EFA5E82}"/>
              </a:ext>
            </a:extLst>
          </p:cNvPr>
          <p:cNvSpPr>
            <a:spLocks noGrp="1"/>
          </p:cNvSpPr>
          <p:nvPr>
            <p:ph type="ftr" sz="quarter" idx="15"/>
          </p:nvPr>
        </p:nvSpPr>
        <p:spPr>
          <a:xfrm>
            <a:off x="5334000" y="210114"/>
            <a:ext cx="2939491" cy="365760"/>
          </a:xfrm>
        </p:spPr>
        <p:txBody>
          <a:bodyPr/>
          <a:lstStyle/>
          <a:p>
            <a:endParaRPr lang="en-US" dirty="0"/>
          </a:p>
        </p:txBody>
      </p:sp>
      <p:sp>
        <p:nvSpPr>
          <p:cNvPr id="9" name="Slide Number Placeholder 8">
            <a:extLst>
              <a:ext uri="{FF2B5EF4-FFF2-40B4-BE49-F238E27FC236}">
                <a16:creationId xmlns:a16="http://schemas.microsoft.com/office/drawing/2014/main" id="{CBF8E49B-DD4C-66AF-8D2C-52110DB227F6}"/>
              </a:ext>
            </a:extLst>
          </p:cNvPr>
          <p:cNvSpPr>
            <a:spLocks noGrp="1"/>
          </p:cNvSpPr>
          <p:nvPr>
            <p:ph type="sldNum" sz="quarter" idx="16"/>
          </p:nvPr>
        </p:nvSpPr>
        <p:spPr/>
        <p:txBody>
          <a:bodyPr/>
          <a:lstStyle/>
          <a:p>
            <a:fld id="{48F63A3B-78C7-47BE-AE5E-E10140E04643}" type="slidenum">
              <a:rPr lang="en-US" smtClean="0"/>
              <a:t>‹#›</a:t>
            </a:fld>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334000" y="1918145"/>
            <a:ext cx="4991100" cy="41330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021128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500"/>
            <a:ext cx="3332784" cy="1581912"/>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99BE2343-B677-7565-070B-CEED0B0D5463}"/>
              </a:ext>
            </a:extLst>
          </p:cNvPr>
          <p:cNvSpPr>
            <a:spLocks noGrp="1"/>
          </p:cNvSpPr>
          <p:nvPr>
            <p:ph type="dt" sz="half" idx="16"/>
          </p:nvPr>
        </p:nvSpPr>
        <p:spPr>
          <a:xfrm>
            <a:off x="301752" y="205986"/>
            <a:ext cx="1097280" cy="365760"/>
          </a:xfrm>
        </p:spPr>
        <p:txBody>
          <a:bodyPr/>
          <a:lstStyle/>
          <a:p>
            <a:fld id="{C764DE79-268F-4C1A-8933-263129D2AF90}" type="datetimeFigureOut">
              <a:rPr lang="en-US" smtClean="0"/>
              <a:t>9/23/2026</a:t>
            </a:fld>
            <a:endParaRPr lang="en-US" dirty="0"/>
          </a:p>
        </p:txBody>
      </p:sp>
      <p:sp>
        <p:nvSpPr>
          <p:cNvPr id="4" name="Footer Placeholder 3">
            <a:extLst>
              <a:ext uri="{FF2B5EF4-FFF2-40B4-BE49-F238E27FC236}">
                <a16:creationId xmlns:a16="http://schemas.microsoft.com/office/drawing/2014/main" id="{8D8C8E1E-13A9-668C-1F5C-BC271E6A05CF}"/>
              </a:ext>
            </a:extLst>
          </p:cNvPr>
          <p:cNvSpPr>
            <a:spLocks noGrp="1"/>
          </p:cNvSpPr>
          <p:nvPr>
            <p:ph type="ftr" sz="quarter" idx="17"/>
          </p:nvPr>
        </p:nvSpPr>
        <p:spPr>
          <a:xfrm>
            <a:off x="1494378" y="207291"/>
            <a:ext cx="1639372" cy="365760"/>
          </a:xfrm>
        </p:spPr>
        <p:txBody>
          <a:bodyPr/>
          <a:lstStyle/>
          <a:p>
            <a:endParaRPr lang="en-US" dirty="0"/>
          </a:p>
        </p:txBody>
      </p:sp>
      <p:sp>
        <p:nvSpPr>
          <p:cNvPr id="9" name="Slide Number Placeholder 8">
            <a:extLst>
              <a:ext uri="{FF2B5EF4-FFF2-40B4-BE49-F238E27FC236}">
                <a16:creationId xmlns:a16="http://schemas.microsoft.com/office/drawing/2014/main" id="{394BC881-6669-50F2-64F2-57BD81A93BCE}"/>
              </a:ext>
            </a:extLst>
          </p:cNvPr>
          <p:cNvSpPr>
            <a:spLocks noGrp="1"/>
          </p:cNvSpPr>
          <p:nvPr>
            <p:ph type="sldNum" sz="quarter" idx="18"/>
          </p:nvPr>
        </p:nvSpPr>
        <p:spPr>
          <a:xfrm>
            <a:off x="3140760" y="210114"/>
            <a:ext cx="493776" cy="365760"/>
          </a:xfrm>
        </p:spPr>
        <p:txBody>
          <a:bodyPr/>
          <a:lstStyle/>
          <a:p>
            <a:fld id="{48F63A3B-78C7-47BE-AE5E-E10140E04643}" type="slidenum">
              <a:rPr lang="en-US" smtClean="0"/>
              <a:t>‹#›</a:t>
            </a:fld>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01752" y="3099816"/>
            <a:ext cx="3332784" cy="3054096"/>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F93A3E8A-C3F5-3D0B-FDE4-68B52DFE7196}"/>
              </a:ext>
            </a:extLst>
          </p:cNvPr>
          <p:cNvSpPr>
            <a:spLocks noGrp="1"/>
          </p:cNvSpPr>
          <p:nvPr>
            <p:ph type="pic" sz="quarter" idx="15" hasCustomPrompt="1"/>
          </p:nvPr>
        </p:nvSpPr>
        <p:spPr>
          <a:xfrm>
            <a:off x="4152900" y="0"/>
            <a:ext cx="8039100" cy="6858000"/>
          </a:xfrm>
          <a:blipFill dpi="0" rotWithShape="1">
            <a:blip r:embed="rId2">
              <a:alphaModFix amt="60000"/>
            </a:blip>
            <a:srcRect/>
            <a:stretch>
              <a:fillRect/>
            </a:stretch>
          </a:blipFill>
        </p:spPr>
        <p:txBody>
          <a:bodyPr/>
          <a:lstStyle>
            <a:lvl1pPr>
              <a:defRPr/>
            </a:lvl1pPr>
          </a:lstStyle>
          <a:p>
            <a:r>
              <a:rPr lang="en-US" dirty="0"/>
              <a:t>   </a:t>
            </a:r>
          </a:p>
        </p:txBody>
      </p:sp>
      <p:cxnSp>
        <p:nvCxnSpPr>
          <p:cNvPr id="5" name="Straight Connector 4">
            <a:extLst>
              <a:ext uri="{FF2B5EF4-FFF2-40B4-BE49-F238E27FC236}">
                <a16:creationId xmlns:a16="http://schemas.microsoft.com/office/drawing/2014/main" id="{2A942C55-3382-C50D-76EB-793EA21DA34F}"/>
              </a:ext>
            </a:extLst>
          </p:cNvPr>
          <p:cNvCxnSpPr>
            <a:cxnSpLocks/>
          </p:cNvCxnSpPr>
          <p:nvPr/>
        </p:nvCxnSpPr>
        <p:spPr>
          <a:xfrm flipH="1">
            <a:off x="397288" y="2811277"/>
            <a:ext cx="324613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997263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4282051"/>
            <a:ext cx="3410958" cy="1532976"/>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0"/>
            <a:ext cx="12192000" cy="3864075"/>
          </a:xfrm>
          <a:blipFill dpi="0" rotWithShape="1">
            <a:blip r:embed="rId2">
              <a:alphaModFix amt="60000"/>
            </a:blip>
            <a:srcRect/>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4282051"/>
            <a:ext cx="7010399" cy="1532976"/>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01752" y="6263640"/>
            <a:ext cx="1759288" cy="365760"/>
          </a:xfrm>
        </p:spPr>
        <p:txBody>
          <a:bodyPr/>
          <a:lstStyle/>
          <a:p>
            <a:fld id="{C764DE79-268F-4C1A-8933-263129D2AF90}" type="datetimeFigureOut">
              <a:rPr lang="en-US" smtClean="0"/>
              <a:t>9/23/2026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6263640"/>
            <a:ext cx="2509284" cy="365760"/>
          </a:xfrm>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00323" y="6263640"/>
            <a:ext cx="605475" cy="365760"/>
          </a:xfrm>
        </p:spPr>
        <p:txBody>
          <a:bodyPr/>
          <a:lstStyle/>
          <a:p>
            <a:fld id="{48F63A3B-78C7-47BE-AE5E-E10140E04643}" type="slidenum">
              <a:rPr lang="en-US" smtClean="0"/>
              <a:t>‹#›</a:t>
            </a:fld>
            <a:endParaRPr lang="en-US" dirty="0"/>
          </a:p>
        </p:txBody>
      </p:sp>
      <p:cxnSp>
        <p:nvCxnSpPr>
          <p:cNvPr id="9" name="Straight Connector 8">
            <a:extLst>
              <a:ext uri="{FF2B5EF4-FFF2-40B4-BE49-F238E27FC236}">
                <a16:creationId xmlns:a16="http://schemas.microsoft.com/office/drawing/2014/main" id="{16192296-0A21-2685-A792-B2723855E5B3}"/>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182596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0E9D96-CB28-0F2C-BBB9-CE51B3EEBF53}"/>
              </a:ext>
            </a:extLst>
          </p:cNvPr>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491984" y="955810"/>
            <a:ext cx="4114800" cy="1244051"/>
          </a:xfrm>
        </p:spPr>
        <p:txBody>
          <a:bodyPr anchor="b"/>
          <a:lstStyle/>
          <a:p>
            <a:r>
              <a:rPr lang="en-US"/>
              <a:t>Click to edit Master title style</a:t>
            </a:r>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0" y="1"/>
            <a:ext cx="6959600" cy="6858000"/>
          </a:xfrm>
          <a:blipFill>
            <a:blip r:embed="rId2">
              <a:alphaModFix amt="60000"/>
            </a:blip>
            <a:stretch>
              <a:fillRect/>
            </a:stretch>
          </a:blipFill>
        </p:spPr>
        <p:txBody>
          <a:bodyPr/>
          <a:lstStyle>
            <a:lvl1pPr>
              <a:defRPr/>
            </a:lvl1pPr>
          </a:lstStyle>
          <a:p>
            <a:r>
              <a:rPr lang="en-US" dirty="0"/>
              <a:t>   </a:t>
            </a:r>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7469431" y="210114"/>
            <a:ext cx="1485900" cy="365760"/>
          </a:xfrm>
        </p:spPr>
        <p:txBody>
          <a:bodyPr/>
          <a:lstStyle/>
          <a:p>
            <a:fld id="{C764DE79-268F-4C1A-8933-263129D2AF90}" type="datetimeFigureOut">
              <a:rPr lang="en-US" smtClean="0"/>
              <a:t>9/23/2026</a:t>
            </a:fld>
            <a:endParaRPr lang="en-US" dirty="0"/>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9376096" y="210114"/>
            <a:ext cx="1860464" cy="365760"/>
          </a:xfrm>
        </p:spPr>
        <p:txBody>
          <a:bodyPr/>
          <a:lstStyle/>
          <a:p>
            <a:endParaRPr lang="en-US" dirty="0"/>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a:lstStyle/>
          <a:p>
            <a:fld id="{48F63A3B-78C7-47BE-AE5E-E10140E04643}" type="slidenum">
              <a:rPr lang="en-US" smtClean="0"/>
              <a:t>‹#›</a:t>
            </a:fld>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491984" y="2791033"/>
            <a:ext cx="4114800" cy="33832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BE9AF0A0-5001-F380-4488-B02AB3C79B31}"/>
              </a:ext>
            </a:extLst>
          </p:cNvPr>
          <p:cNvCxnSpPr>
            <a:cxnSpLocks/>
          </p:cNvCxnSpPr>
          <p:nvPr/>
        </p:nvCxnSpPr>
        <p:spPr>
          <a:xfrm flipH="1">
            <a:off x="7595441" y="2475756"/>
            <a:ext cx="4011343"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3ED0235B-B98B-7313-28E9-8E643CDFF4A6}"/>
              </a:ext>
            </a:extLst>
          </p:cNvPr>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05201434"/>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017686"/>
            <a:ext cx="3410958" cy="1532976"/>
          </a:xfrm>
        </p:spPr>
        <p:txBody>
          <a:bodyPr anchor="t">
            <a:normAutofit/>
          </a:bodyPr>
          <a:lstStyle>
            <a:lvl1pPr>
              <a:defRPr sz="28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764DE79-268F-4C1A-8933-263129D2AF90}" type="datetimeFigureOut">
              <a:rPr lang="en-US" smtClean="0"/>
              <a:t>9/23/2026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210114"/>
            <a:ext cx="2509284" cy="365760"/>
          </a:xfrm>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48F63A3B-78C7-47BE-AE5E-E10140E04643}" type="slidenum">
              <a:rPr lang="en-US" smtClean="0"/>
              <a:t>‹#›</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1017686"/>
            <a:ext cx="7010399" cy="237744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3837709"/>
            <a:ext cx="12192000" cy="3020291"/>
          </a:xfrm>
          <a:blipFill dpi="0" rotWithShape="1">
            <a:blip r:embed="rId2">
              <a:alphaModFix amt="60000"/>
            </a:blip>
            <a:srcRect/>
            <a:stretch>
              <a:fillRect t="-27937"/>
            </a:stretch>
          </a:blipFill>
        </p:spPr>
        <p:txBody>
          <a:bodyPr/>
          <a:lstStyle>
            <a:lvl1pPr>
              <a:defRPr/>
            </a:lvl1pPr>
          </a:lstStyle>
          <a:p>
            <a:r>
              <a:rPr lang="en-US" dirty="0"/>
              <a:t>   </a:t>
            </a:r>
          </a:p>
        </p:txBody>
      </p:sp>
    </p:spTree>
    <p:extLst>
      <p:ext uri="{BB962C8B-B14F-4D97-AF65-F5344CB8AC3E}">
        <p14:creationId xmlns:p14="http://schemas.microsoft.com/office/powerpoint/2010/main" val="4138406048"/>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371600"/>
            <a:ext cx="3474720" cy="2286000"/>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FB8772B0-B493-B608-E389-35329DEF2016}"/>
              </a:ext>
            </a:extLst>
          </p:cNvPr>
          <p:cNvSpPr>
            <a:spLocks noGrp="1"/>
          </p:cNvSpPr>
          <p:nvPr>
            <p:ph type="dt" sz="half" idx="16"/>
          </p:nvPr>
        </p:nvSpPr>
        <p:spPr/>
        <p:txBody>
          <a:bodyPr/>
          <a:lstStyle/>
          <a:p>
            <a:fld id="{C764DE79-268F-4C1A-8933-263129D2AF90}" type="datetimeFigureOut">
              <a:rPr lang="en-US" smtClean="0"/>
              <a:t>9/23/2026</a:t>
            </a:fld>
            <a:endParaRPr lang="en-US" dirty="0"/>
          </a:p>
        </p:txBody>
      </p:sp>
      <p:sp>
        <p:nvSpPr>
          <p:cNvPr id="12" name="Footer Placeholder 11">
            <a:extLst>
              <a:ext uri="{FF2B5EF4-FFF2-40B4-BE49-F238E27FC236}">
                <a16:creationId xmlns:a16="http://schemas.microsoft.com/office/drawing/2014/main" id="{0BFB2EA8-AADE-E8CD-890F-EA9F9968B253}"/>
              </a:ext>
            </a:extLst>
          </p:cNvPr>
          <p:cNvSpPr>
            <a:spLocks noGrp="1"/>
          </p:cNvSpPr>
          <p:nvPr>
            <p:ph type="ftr" sz="quarter" idx="17"/>
          </p:nvPr>
        </p:nvSpPr>
        <p:spPr>
          <a:xfrm>
            <a:off x="4457700" y="210114"/>
            <a:ext cx="2859307" cy="365760"/>
          </a:xfrm>
        </p:spPr>
        <p:txBody>
          <a:bodyPr/>
          <a:lstStyle/>
          <a:p>
            <a:endParaRPr lang="en-US" dirty="0"/>
          </a:p>
        </p:txBody>
      </p:sp>
      <p:sp>
        <p:nvSpPr>
          <p:cNvPr id="13" name="Slide Number Placeholder 12">
            <a:extLst>
              <a:ext uri="{FF2B5EF4-FFF2-40B4-BE49-F238E27FC236}">
                <a16:creationId xmlns:a16="http://schemas.microsoft.com/office/drawing/2014/main" id="{D854D38F-A697-A216-CCCB-0C1A9DCBD2FC}"/>
              </a:ext>
            </a:extLst>
          </p:cNvPr>
          <p:cNvSpPr>
            <a:spLocks noGrp="1"/>
          </p:cNvSpPr>
          <p:nvPr>
            <p:ph type="sldNum" sz="quarter" idx="18"/>
          </p:nvPr>
        </p:nvSpPr>
        <p:spPr>
          <a:xfrm>
            <a:off x="7611572" y="210114"/>
            <a:ext cx="605475" cy="365760"/>
          </a:xfrm>
        </p:spPr>
        <p:txBody>
          <a:bodyPr/>
          <a:lstStyle/>
          <a:p>
            <a:fld id="{48F63A3B-78C7-47BE-AE5E-E10140E04643}" type="slidenum">
              <a:rPr lang="en-US" smtClean="0"/>
              <a:t>‹#›</a:t>
            </a:fld>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457700" y="1371600"/>
            <a:ext cx="3368778" cy="4701943"/>
          </a:xfrm>
        </p:spPr>
        <p:txBody>
          <a:bodyPr rIns="4572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8731045" y="0"/>
            <a:ext cx="3460955" cy="6866879"/>
          </a:xfrm>
          <a:blipFill>
            <a:blip r:embed="rId2">
              <a:alphaModFix amt="60000"/>
            </a:blip>
            <a:stretch>
              <a:fillRect/>
            </a:stretch>
          </a:blipFill>
        </p:spPr>
        <p:txBody>
          <a:bodyPr/>
          <a:lstStyle>
            <a:lvl1pPr>
              <a:defRPr/>
            </a:lvl1pPr>
          </a:lstStyle>
          <a:p>
            <a:r>
              <a:rPr lang="en-US" dirty="0"/>
              <a:t>   </a:t>
            </a:r>
          </a:p>
        </p:txBody>
      </p:sp>
      <p:sp>
        <p:nvSpPr>
          <p:cNvPr id="5" name="Rectangle 4">
            <a:extLst>
              <a:ext uri="{FF2B5EF4-FFF2-40B4-BE49-F238E27FC236}">
                <a16:creationId xmlns:a16="http://schemas.microsoft.com/office/drawing/2014/main" id="{6D750207-6F0E-41F2-98B5-15BCAB2BF9AD}"/>
              </a:ext>
            </a:extLst>
          </p:cNvPr>
          <p:cNvSpPr/>
          <p:nvPr/>
        </p:nvSpPr>
        <p:spPr>
          <a:xfrm flipH="1">
            <a:off x="0" y="4771072"/>
            <a:ext cx="4874661" cy="2095805"/>
          </a:xfrm>
          <a:prstGeom prst="rect">
            <a:avLst/>
          </a:prstGeom>
          <a:gradFill>
            <a:gsLst>
              <a:gs pos="67000">
                <a:schemeClr val="bg2">
                  <a:alpha val="0"/>
                </a:schemeClr>
              </a:gs>
              <a:gs pos="95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21E79A5-CC18-0B38-C9F4-CA5690475280}"/>
              </a:ext>
            </a:extLst>
          </p:cNvPr>
          <p:cNvSpPr/>
          <p:nvPr/>
        </p:nvSpPr>
        <p:spPr>
          <a:xfrm flipH="1">
            <a:off x="-2" y="3852909"/>
            <a:ext cx="2823100" cy="3022846"/>
          </a:xfrm>
          <a:prstGeom prst="rect">
            <a:avLst/>
          </a:prstGeom>
          <a:gradFill flip="none" rotWithShape="1">
            <a:gsLst>
              <a:gs pos="0">
                <a:schemeClr val="tx2">
                  <a:alpha val="50000"/>
                </a:schemeClr>
              </a:gs>
              <a:gs pos="17000">
                <a:schemeClr val="accent6">
                  <a:lumMod val="60000"/>
                  <a:lumOff val="40000"/>
                  <a:alpha val="52000"/>
                </a:schemeClr>
              </a:gs>
              <a:gs pos="58000">
                <a:schemeClr val="bg1">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7" name="Straight Connector 6">
            <a:extLst>
              <a:ext uri="{FF2B5EF4-FFF2-40B4-BE49-F238E27FC236}">
                <a16:creationId xmlns:a16="http://schemas.microsoft.com/office/drawing/2014/main" id="{B80496BC-B679-515B-9928-2CC91AD7A8A2}"/>
              </a:ext>
            </a:extLst>
          </p:cNvPr>
          <p:cNvCxnSpPr>
            <a:cxnSpLocks/>
          </p:cNvCxnSpPr>
          <p:nvPr/>
        </p:nvCxnSpPr>
        <p:spPr>
          <a:xfrm flipH="1">
            <a:off x="397002" y="751313"/>
            <a:ext cx="772668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1581190"/>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499"/>
            <a:ext cx="6751127" cy="1250871"/>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3907AE70-2FE3-1872-0811-BC089F612855}"/>
              </a:ext>
            </a:extLst>
          </p:cNvPr>
          <p:cNvSpPr>
            <a:spLocks noGrp="1"/>
          </p:cNvSpPr>
          <p:nvPr>
            <p:ph type="dt" sz="half" idx="16"/>
          </p:nvPr>
        </p:nvSpPr>
        <p:spPr>
          <a:xfrm>
            <a:off x="301752" y="203862"/>
            <a:ext cx="2286000" cy="365760"/>
          </a:xfrm>
        </p:spPr>
        <p:txBody>
          <a:bodyPr/>
          <a:lstStyle/>
          <a:p>
            <a:fld id="{C764DE79-268F-4C1A-8933-263129D2AF90}" type="datetimeFigureOut">
              <a:rPr lang="en-US" smtClean="0"/>
              <a:t>9/23/2026</a:t>
            </a:fld>
            <a:endParaRPr lang="en-US" dirty="0"/>
          </a:p>
        </p:txBody>
      </p:sp>
      <p:sp>
        <p:nvSpPr>
          <p:cNvPr id="4" name="Footer Placeholder 3">
            <a:extLst>
              <a:ext uri="{FF2B5EF4-FFF2-40B4-BE49-F238E27FC236}">
                <a16:creationId xmlns:a16="http://schemas.microsoft.com/office/drawing/2014/main" id="{37497486-A221-C6D1-050D-0B3DB326465B}"/>
              </a:ext>
            </a:extLst>
          </p:cNvPr>
          <p:cNvSpPr>
            <a:spLocks noGrp="1"/>
          </p:cNvSpPr>
          <p:nvPr>
            <p:ph type="ftr" sz="quarter" idx="17"/>
          </p:nvPr>
        </p:nvSpPr>
        <p:spPr>
          <a:xfrm>
            <a:off x="2590800" y="203862"/>
            <a:ext cx="2775003" cy="365760"/>
          </a:xfrm>
        </p:spPr>
        <p:txBody>
          <a:bodyPr/>
          <a:lstStyle/>
          <a:p>
            <a:endParaRPr lang="en-US" dirty="0"/>
          </a:p>
        </p:txBody>
      </p:sp>
      <p:sp>
        <p:nvSpPr>
          <p:cNvPr id="9" name="Slide Number Placeholder 8">
            <a:extLst>
              <a:ext uri="{FF2B5EF4-FFF2-40B4-BE49-F238E27FC236}">
                <a16:creationId xmlns:a16="http://schemas.microsoft.com/office/drawing/2014/main" id="{193EE6EB-FF56-B8A3-1408-5C43C49B256E}"/>
              </a:ext>
            </a:extLst>
          </p:cNvPr>
          <p:cNvSpPr>
            <a:spLocks noGrp="1"/>
          </p:cNvSpPr>
          <p:nvPr>
            <p:ph type="sldNum" sz="quarter" idx="18"/>
          </p:nvPr>
        </p:nvSpPr>
        <p:spPr>
          <a:xfrm>
            <a:off x="6247336" y="203862"/>
            <a:ext cx="864794" cy="365760"/>
          </a:xfrm>
        </p:spPr>
        <p:txBody>
          <a:bodyPr/>
          <a:lstStyle/>
          <a:p>
            <a:fld id="{48F63A3B-78C7-47BE-AE5E-E10140E04643}" type="slidenum">
              <a:rPr lang="en-US" smtClean="0"/>
              <a:t>‹#›</a:t>
            </a:fld>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301752" y="2410518"/>
            <a:ext cx="6755514" cy="38074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EE2866F3-0262-FC88-23E2-359D75EA8A79}"/>
              </a:ext>
            </a:extLst>
          </p:cNvPr>
          <p:cNvSpPr>
            <a:spLocks noGrp="1"/>
          </p:cNvSpPr>
          <p:nvPr>
            <p:ph type="pic" sz="quarter" idx="15" hasCustomPrompt="1"/>
          </p:nvPr>
        </p:nvSpPr>
        <p:spPr>
          <a:xfrm>
            <a:off x="7620000" y="0"/>
            <a:ext cx="4572000" cy="6858000"/>
          </a:xfrm>
          <a:blipFill>
            <a:blip r:embed="rId2">
              <a:alphaModFix amt="60000"/>
            </a:blip>
            <a:stretch>
              <a:fillRect/>
            </a:stretch>
          </a:blipFill>
        </p:spPr>
        <p:txBody>
          <a:bodyPr/>
          <a:lstStyle>
            <a:lvl1pPr>
              <a:defRPr/>
            </a:lvl1pPr>
          </a:lstStyle>
          <a:p>
            <a:r>
              <a:rPr lang="en-US" dirty="0"/>
              <a:t>    </a:t>
            </a:r>
          </a:p>
        </p:txBody>
      </p:sp>
      <p:sp>
        <p:nvSpPr>
          <p:cNvPr id="6" name="Rectangle 5">
            <a:extLst>
              <a:ext uri="{FF2B5EF4-FFF2-40B4-BE49-F238E27FC236}">
                <a16:creationId xmlns:a16="http://schemas.microsoft.com/office/drawing/2014/main" id="{EC640749-9485-B575-4B2A-075EAA112D08}"/>
              </a:ext>
            </a:extLst>
          </p:cNvPr>
          <p:cNvSpPr/>
          <p:nvPr/>
        </p:nvSpPr>
        <p:spPr>
          <a:xfrm flipH="1">
            <a:off x="0" y="3706098"/>
            <a:ext cx="7620000" cy="3151902"/>
          </a:xfrm>
          <a:prstGeom prst="rect">
            <a:avLst/>
          </a:prstGeom>
          <a:gradFill>
            <a:gsLst>
              <a:gs pos="79000">
                <a:schemeClr val="bg2">
                  <a:alpha val="0"/>
                </a:schemeClr>
              </a:gs>
              <a:gs pos="100000">
                <a:schemeClr val="accent6">
                  <a:alpha val="66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5E19E54-3987-D72A-629F-B4FB61FCC4E9}"/>
              </a:ext>
            </a:extLst>
          </p:cNvPr>
          <p:cNvSpPr/>
          <p:nvPr/>
        </p:nvSpPr>
        <p:spPr>
          <a:xfrm flipH="1">
            <a:off x="0" y="5597112"/>
            <a:ext cx="7620000" cy="1260888"/>
          </a:xfrm>
          <a:prstGeom prst="rect">
            <a:avLst/>
          </a:prstGeom>
          <a:gradFill flip="none" rotWithShape="1">
            <a:gsLst>
              <a:gs pos="21830">
                <a:schemeClr val="accent1">
                  <a:alpha val="29000"/>
                </a:schemeClr>
              </a:gs>
              <a:gs pos="0">
                <a:schemeClr val="accent5">
                  <a:lumMod val="60000"/>
                  <a:lumOff val="40000"/>
                  <a:alpha val="84000"/>
                </a:schemeClr>
              </a:gs>
              <a:gs pos="5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1" name="Straight Connector 10">
            <a:extLst>
              <a:ext uri="{FF2B5EF4-FFF2-40B4-BE49-F238E27FC236}">
                <a16:creationId xmlns:a16="http://schemas.microsoft.com/office/drawing/2014/main" id="{D34DF899-11E5-3A31-4C5A-75E63BA26BC6}"/>
              </a:ext>
            </a:extLst>
          </p:cNvPr>
          <p:cNvCxnSpPr>
            <a:cxnSpLocks/>
          </p:cNvCxnSpPr>
          <p:nvPr/>
        </p:nvCxnSpPr>
        <p:spPr>
          <a:xfrm flipH="1">
            <a:off x="397002" y="751313"/>
            <a:ext cx="6620256"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1832701"/>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2834639"/>
            <a:ext cx="3014382" cy="2926080"/>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3DA51E54-3166-19CA-EB55-5DFFB9426CAD}"/>
              </a:ext>
            </a:extLst>
          </p:cNvPr>
          <p:cNvSpPr>
            <a:spLocks noGrp="1"/>
          </p:cNvSpPr>
          <p:nvPr>
            <p:ph type="pic" sz="quarter" idx="19" hasCustomPrompt="1"/>
          </p:nvPr>
        </p:nvSpPr>
        <p:spPr>
          <a:xfrm>
            <a:off x="-17796" y="0"/>
            <a:ext cx="12209796" cy="2420098"/>
          </a:xfrm>
          <a:blipFill dpi="0" rotWithShape="1">
            <a:blip r:embed="rId2">
              <a:alphaModFix amt="60000"/>
            </a:blip>
            <a:srcRect/>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2834640"/>
            <a:ext cx="7200900" cy="2926080"/>
          </a:xfrm>
        </p:spPr>
        <p:txBody>
          <a:bodyPr>
            <a:noAutofit/>
          </a:bodyPr>
          <a:lstStyle>
            <a:lvl1pPr marL="285750" indent="-285750">
              <a:buFont typeface="Arial" panose="020B0604020202020204" pitchFamily="34" charset="0"/>
              <a:buNone/>
              <a:defRPr sz="1800"/>
            </a:lvl1pPr>
            <a:lvl2pPr marL="514350" indent="-285750">
              <a:buFont typeface="Arial" panose="020B0604020202020204" pitchFamily="34" charset="0"/>
              <a:buNone/>
              <a:defRPr sz="1600"/>
            </a:lvl2pPr>
            <a:lvl3pPr marL="742950" indent="-285750">
              <a:buFont typeface="Arial" panose="020B0604020202020204" pitchFamily="34" charset="0"/>
              <a:buNone/>
              <a:defRPr sz="1400"/>
            </a:lvl3pPr>
            <a:lvl4pPr marL="857250" indent="-171450">
              <a:buFont typeface="Arial" panose="020B0604020202020204" pitchFamily="34" charset="0"/>
              <a:buNone/>
              <a:defRPr sz="1200"/>
            </a:lvl4pPr>
            <a:lvl5pPr marL="1085850" indent="-171450">
              <a:buFont typeface="Arial" panose="020B0604020202020204" pitchFamily="34" charse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9AA293A1-7F80-90D9-D8FF-27238ADD7956}"/>
              </a:ext>
            </a:extLst>
          </p:cNvPr>
          <p:cNvSpPr>
            <a:spLocks noGrp="1"/>
          </p:cNvSpPr>
          <p:nvPr>
            <p:ph type="dt" sz="half" idx="16"/>
          </p:nvPr>
        </p:nvSpPr>
        <p:spPr>
          <a:xfrm>
            <a:off x="301752" y="6274033"/>
            <a:ext cx="3014382" cy="365760"/>
          </a:xfrm>
        </p:spPr>
        <p:txBody>
          <a:bodyPr/>
          <a:lstStyle/>
          <a:p>
            <a:fld id="{C764DE79-268F-4C1A-8933-263129D2AF90}" type="datetimeFigureOut">
              <a:rPr lang="en-US" smtClean="0"/>
              <a:t>9/23/2026</a:t>
            </a:fld>
            <a:endParaRPr lang="en-US" dirty="0"/>
          </a:p>
        </p:txBody>
      </p:sp>
      <p:sp>
        <p:nvSpPr>
          <p:cNvPr id="14" name="Footer Placeholder 13">
            <a:extLst>
              <a:ext uri="{FF2B5EF4-FFF2-40B4-BE49-F238E27FC236}">
                <a16:creationId xmlns:a16="http://schemas.microsoft.com/office/drawing/2014/main" id="{3BD91724-58CE-FA68-1E24-9CD57621C129}"/>
              </a:ext>
            </a:extLst>
          </p:cNvPr>
          <p:cNvSpPr>
            <a:spLocks noGrp="1"/>
          </p:cNvSpPr>
          <p:nvPr>
            <p:ph type="ftr" sz="quarter" idx="17"/>
          </p:nvPr>
        </p:nvSpPr>
        <p:spPr>
          <a:xfrm>
            <a:off x="4480560" y="6274033"/>
            <a:ext cx="3162300" cy="365760"/>
          </a:xfrm>
        </p:spPr>
        <p:txBody>
          <a:bodyPr/>
          <a:lstStyle/>
          <a:p>
            <a:endParaRPr lang="en-US" dirty="0"/>
          </a:p>
        </p:txBody>
      </p:sp>
      <p:sp>
        <p:nvSpPr>
          <p:cNvPr id="15" name="Slide Number Placeholder 14">
            <a:extLst>
              <a:ext uri="{FF2B5EF4-FFF2-40B4-BE49-F238E27FC236}">
                <a16:creationId xmlns:a16="http://schemas.microsoft.com/office/drawing/2014/main" id="{3B9AC797-2D9B-C7AC-550D-157FEDA3800D}"/>
              </a:ext>
            </a:extLst>
          </p:cNvPr>
          <p:cNvSpPr>
            <a:spLocks noGrp="1"/>
          </p:cNvSpPr>
          <p:nvPr>
            <p:ph type="sldNum" sz="quarter" idx="18"/>
          </p:nvPr>
        </p:nvSpPr>
        <p:spPr>
          <a:xfrm>
            <a:off x="11292840" y="6274033"/>
            <a:ext cx="568917" cy="365760"/>
          </a:xfrm>
        </p:spPr>
        <p:txBody>
          <a:bodyPr/>
          <a:lstStyle/>
          <a:p>
            <a:fld id="{48F63A3B-78C7-47BE-AE5E-E10140E04643}" type="slidenum">
              <a:rPr lang="en-US" smtClean="0"/>
              <a:t>‹#›</a:t>
            </a:fld>
            <a:endParaRPr lang="en-US" dirty="0"/>
          </a:p>
        </p:txBody>
      </p:sp>
      <p:cxnSp>
        <p:nvCxnSpPr>
          <p:cNvPr id="3" name="Straight Connector 2">
            <a:extLst>
              <a:ext uri="{FF2B5EF4-FFF2-40B4-BE49-F238E27FC236}">
                <a16:creationId xmlns:a16="http://schemas.microsoft.com/office/drawing/2014/main" id="{ABDDCA5B-BBAB-ABCD-27B8-D3CD17FD04BC}"/>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1060674"/>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0934"/>
            <a:ext cx="3507418" cy="1398494"/>
          </a:xfrm>
        </p:spPr>
        <p:txBody>
          <a:bodyPr anchor="t">
            <a:normAutofit/>
          </a:bodyPr>
          <a:lstStyle>
            <a:lvl1pPr>
              <a:defRPr sz="2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C764DE79-268F-4C1A-8933-263129D2AF90}" type="datetimeFigureOut">
              <a:rPr lang="en-US" smtClean="0"/>
              <a:t>9/23/2026</a:t>
            </a:fld>
            <a:endParaRPr lang="en-US" dirty="0"/>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932680" y="210114"/>
            <a:ext cx="2509284" cy="365760"/>
          </a:xfrm>
        </p:spPr>
        <p:txBody>
          <a:bodyPr/>
          <a:lstStyle/>
          <a:p>
            <a:endParaRPr lang="en-US" dirty="0"/>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48F63A3B-78C7-47BE-AE5E-E10140E04643}" type="slidenum">
              <a:rPr lang="en-US" smtClean="0"/>
              <a:t>‹#›</a:t>
            </a:fld>
            <a:endParaRPr lang="en-US" dirty="0"/>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451351" y="2680447"/>
            <a:ext cx="3357819" cy="3662083"/>
          </a:xfrm>
          <a:blipFill>
            <a:blip r:embed="rId2">
              <a:alphaModFix amt="60000"/>
            </a:blip>
            <a:stretch>
              <a:fillRect/>
            </a:stretch>
          </a:blipFill>
        </p:spPr>
        <p:txBody>
          <a:bodyPr/>
          <a:lstStyle>
            <a:lvl1pPr>
              <a:defRPr/>
            </a:lvl1pPr>
          </a:lstStyle>
          <a:p>
            <a:r>
              <a:rPr lang="en-US" dirty="0"/>
              <a:t>   </a:t>
            </a:r>
          </a:p>
        </p:txBody>
      </p:sp>
      <p:sp>
        <p:nvSpPr>
          <p:cNvPr id="10" name="Rectangle 9">
            <a:extLst>
              <a:ext uri="{FF2B5EF4-FFF2-40B4-BE49-F238E27FC236}">
                <a16:creationId xmlns:a16="http://schemas.microsoft.com/office/drawing/2014/main" id="{4606EA5C-4A14-95D3-20DF-1EEB607C889B}"/>
              </a:ext>
            </a:extLst>
          </p:cNvPr>
          <p:cNvSpPr/>
          <p:nvPr/>
        </p:nvSpPr>
        <p:spPr>
          <a:xfrm flipH="1">
            <a:off x="2171702" y="5847066"/>
            <a:ext cx="10020298" cy="1010934"/>
          </a:xfrm>
          <a:prstGeom prst="rect">
            <a:avLst/>
          </a:prstGeom>
          <a:gradFill>
            <a:gsLst>
              <a:gs pos="52000">
                <a:schemeClr val="bg2">
                  <a:alpha val="0"/>
                </a:schemeClr>
              </a:gs>
              <a:gs pos="76000">
                <a:schemeClr val="accent1">
                  <a:lumMod val="50000"/>
                  <a:alpha val="39000"/>
                </a:schemeClr>
              </a:gs>
              <a:gs pos="100000">
                <a:schemeClr val="accent5">
                  <a:alpha val="68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05652D2-BF56-96CE-426B-26972C38434D}"/>
              </a:ext>
            </a:extLst>
          </p:cNvPr>
          <p:cNvSpPr/>
          <p:nvPr/>
        </p:nvSpPr>
        <p:spPr>
          <a:xfrm rot="16200000" flipH="1">
            <a:off x="7767364" y="2433362"/>
            <a:ext cx="4944033" cy="3905239"/>
          </a:xfrm>
          <a:prstGeom prst="rect">
            <a:avLst/>
          </a:prstGeom>
          <a:gradFill flip="none" rotWithShape="1">
            <a:gsLst>
              <a:gs pos="0">
                <a:schemeClr val="accent3">
                  <a:lumMod val="60000"/>
                  <a:lumOff val="40000"/>
                  <a:alpha val="40000"/>
                </a:schemeClr>
              </a:gs>
              <a:gs pos="32000">
                <a:schemeClr val="bg1">
                  <a:alpha val="0"/>
                </a:schemeClr>
              </a:gs>
            </a:gsLst>
            <a:lin ang="14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2" name="Straight Connector 11">
            <a:extLst>
              <a:ext uri="{FF2B5EF4-FFF2-40B4-BE49-F238E27FC236}">
                <a16:creationId xmlns:a16="http://schemas.microsoft.com/office/drawing/2014/main" id="{2CA30D42-B5FE-EAD1-8419-4AD002C32B1F}"/>
              </a:ext>
            </a:extLst>
          </p:cNvPr>
          <p:cNvCxnSpPr>
            <a:cxnSpLocks/>
          </p:cNvCxnSpPr>
          <p:nvPr/>
        </p:nvCxnSpPr>
        <p:spPr>
          <a:xfrm>
            <a:off x="4426824" y="1075765"/>
            <a:ext cx="0" cy="4944035"/>
          </a:xfrm>
          <a:prstGeom prst="line">
            <a:avLst/>
          </a:prstGeom>
          <a:ln w="6350">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932679" y="1010932"/>
            <a:ext cx="6492240" cy="52120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87996340"/>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9811"/>
            <a:ext cx="3419380" cy="1856553"/>
          </a:xfrm>
        </p:spPr>
        <p:txBody>
          <a:bodyPr anchor="t">
            <a:normAutofit/>
          </a:bodyPr>
          <a:lstStyle>
            <a:lvl1pPr>
              <a:defRPr sz="2800">
                <a:solidFill>
                  <a:schemeClr val="tx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C764DE79-268F-4C1A-8933-263129D2AF90}" type="datetimeFigureOut">
              <a:rPr lang="en-US" smtClean="0"/>
              <a:t>9/23/2026</a:t>
            </a:fld>
            <a:endParaRPr lang="en-US" dirty="0"/>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478969" y="210114"/>
            <a:ext cx="2509284" cy="365760"/>
          </a:xfrm>
        </p:spPr>
        <p:txBody>
          <a:bodyPr/>
          <a:lstStyle/>
          <a:p>
            <a:endParaRPr lang="en-US" dirty="0"/>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48F63A3B-78C7-47BE-AE5E-E10140E04643}" type="slidenum">
              <a:rPr lang="en-US" smtClean="0"/>
              <a:t>‹#›</a:t>
            </a:fld>
            <a:endParaRPr lang="en-US" dirty="0"/>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382390" y="3045041"/>
            <a:ext cx="3338742" cy="3297489"/>
          </a:xfrm>
          <a:blipFill>
            <a:blip r:embed="rId2">
              <a:alphaModFix amt="6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78968" y="1019810"/>
            <a:ext cx="7315200" cy="55778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1255942"/>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6BF28860-8FEF-73E6-FEDF-176AC5D70A0F}"/>
              </a:ext>
            </a:extLst>
          </p:cNvPr>
          <p:cNvSpPr>
            <a:spLocks noGrp="1"/>
          </p:cNvSpPr>
          <p:nvPr>
            <p:ph type="title"/>
          </p:nvPr>
        </p:nvSpPr>
        <p:spPr>
          <a:xfrm>
            <a:off x="6476998" y="4907611"/>
            <a:ext cx="5320285" cy="1438873"/>
          </a:xfrm>
        </p:spPr>
        <p:txBody>
          <a:bodyPr anchor="t"/>
          <a:lstStyle>
            <a:lvl1pPr>
              <a:lnSpc>
                <a:spcPct val="100000"/>
              </a:lnSpc>
              <a:defRPr sz="2000">
                <a:solidFill>
                  <a:schemeClr val="tx1"/>
                </a:solidFill>
                <a:latin typeface="+mn-lt"/>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86ADE8C0-7863-A0F4-9EFB-60B2F8DD221E}"/>
              </a:ext>
            </a:extLst>
          </p:cNvPr>
          <p:cNvSpPr>
            <a:spLocks noGrp="1"/>
          </p:cNvSpPr>
          <p:nvPr>
            <p:ph type="dt" sz="half" idx="14"/>
          </p:nvPr>
        </p:nvSpPr>
        <p:spPr/>
        <p:txBody>
          <a:bodyPr/>
          <a:lstStyle/>
          <a:p>
            <a:fld id="{C764DE79-268F-4C1A-8933-263129D2AF90}" type="datetimeFigureOut">
              <a:rPr lang="en-US" smtClean="0"/>
              <a:t>9/23/2026</a:t>
            </a:fld>
            <a:endParaRPr lang="en-US" dirty="0"/>
          </a:p>
        </p:txBody>
      </p:sp>
      <p:sp>
        <p:nvSpPr>
          <p:cNvPr id="4" name="Footer Placeholder 3">
            <a:extLst>
              <a:ext uri="{FF2B5EF4-FFF2-40B4-BE49-F238E27FC236}">
                <a16:creationId xmlns:a16="http://schemas.microsoft.com/office/drawing/2014/main" id="{0AE20381-0150-ABDF-3C66-3E77DA79EEC4}"/>
              </a:ext>
            </a:extLst>
          </p:cNvPr>
          <p:cNvSpPr>
            <a:spLocks noGrp="1"/>
          </p:cNvSpPr>
          <p:nvPr>
            <p:ph type="ftr" sz="quarter" idx="15"/>
          </p:nvPr>
        </p:nvSpPr>
        <p:spPr/>
        <p:txBody>
          <a:bodyPr/>
          <a:lstStyle/>
          <a:p>
            <a:endParaRPr lang="en-US" dirty="0"/>
          </a:p>
        </p:txBody>
      </p:sp>
      <p:sp>
        <p:nvSpPr>
          <p:cNvPr id="5" name="Slide Number Placeholder 4">
            <a:extLst>
              <a:ext uri="{FF2B5EF4-FFF2-40B4-BE49-F238E27FC236}">
                <a16:creationId xmlns:a16="http://schemas.microsoft.com/office/drawing/2014/main" id="{33AD7FDD-1157-5BB4-4A9F-3F35CE7FF476}"/>
              </a:ext>
            </a:extLst>
          </p:cNvPr>
          <p:cNvSpPr>
            <a:spLocks noGrp="1"/>
          </p:cNvSpPr>
          <p:nvPr>
            <p:ph type="sldNum" sz="quarter" idx="16"/>
          </p:nvPr>
        </p:nvSpPr>
        <p:spPr/>
        <p:txBody>
          <a:bodyPr/>
          <a:lstStyle/>
          <a:p>
            <a:fld id="{48F63A3B-78C7-47BE-AE5E-E10140E04643}" type="slidenum">
              <a:rPr lang="en-US" smtClean="0"/>
              <a:t>‹#›</a:t>
            </a:fld>
            <a:endParaRPr lang="en-US" dirty="0"/>
          </a:p>
        </p:txBody>
      </p:sp>
      <p:sp>
        <p:nvSpPr>
          <p:cNvPr id="10" name="Content Placeholder 9">
            <a:extLst>
              <a:ext uri="{FF2B5EF4-FFF2-40B4-BE49-F238E27FC236}">
                <a16:creationId xmlns:a16="http://schemas.microsoft.com/office/drawing/2014/main" id="{5B446035-33B1-F0D9-18B1-58E177267E3A}"/>
              </a:ext>
            </a:extLst>
          </p:cNvPr>
          <p:cNvSpPr>
            <a:spLocks noGrp="1"/>
          </p:cNvSpPr>
          <p:nvPr>
            <p:ph sz="quarter" idx="17" hasCustomPrompt="1"/>
          </p:nvPr>
        </p:nvSpPr>
        <p:spPr>
          <a:xfrm>
            <a:off x="274638" y="766763"/>
            <a:ext cx="11320462" cy="3489325"/>
          </a:xfrm>
        </p:spPr>
        <p:txBody>
          <a:bodyPr/>
          <a:lstStyle>
            <a:lvl1pPr>
              <a:lnSpc>
                <a:spcPct val="85000"/>
              </a:lnSpc>
              <a:defRPr sz="24000">
                <a:gradFill>
                  <a:gsLst>
                    <a:gs pos="0">
                      <a:schemeClr val="accent6"/>
                    </a:gs>
                    <a:gs pos="46000">
                      <a:schemeClr val="accent1"/>
                    </a:gs>
                    <a:gs pos="100000">
                      <a:schemeClr val="accent3">
                        <a:lumMod val="60000"/>
                        <a:lumOff val="40000"/>
                      </a:schemeClr>
                    </a:gs>
                  </a:gsLst>
                  <a:lin ang="4200000" scaled="0"/>
                </a:gradFill>
                <a:latin typeface="+mj-lt"/>
              </a:defRPr>
            </a:lvl1pPr>
          </a:lstStyle>
          <a:p>
            <a:pPr lvl="0"/>
            <a:r>
              <a:rPr lang="en-US" dirty="0"/>
              <a:t>##%</a:t>
            </a:r>
          </a:p>
        </p:txBody>
      </p:sp>
      <p:cxnSp>
        <p:nvCxnSpPr>
          <p:cNvPr id="6" name="Straight Connector 5">
            <a:extLst>
              <a:ext uri="{FF2B5EF4-FFF2-40B4-BE49-F238E27FC236}">
                <a16:creationId xmlns:a16="http://schemas.microsoft.com/office/drawing/2014/main" id="{9F77A56B-CD68-22F4-F473-A2063E81D70D}"/>
              </a:ext>
            </a:extLst>
          </p:cNvPr>
          <p:cNvCxnSpPr>
            <a:cxnSpLocks/>
          </p:cNvCxnSpPr>
          <p:nvPr/>
        </p:nvCxnSpPr>
        <p:spPr>
          <a:xfrm flipH="1">
            <a:off x="394716" y="466224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1256910"/>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0BED7B15-76E6-E98E-A0BB-6188FC145CDD}"/>
              </a:ext>
            </a:extLst>
          </p:cNvPr>
          <p:cNvSpPr/>
          <p:nvPr/>
        </p:nvSpPr>
        <p:spPr>
          <a:xfrm rot="10800000" flipH="1">
            <a:off x="-1" y="0"/>
            <a:ext cx="12192002" cy="6858000"/>
          </a:xfrm>
          <a:prstGeom prst="rect">
            <a:avLst/>
          </a:prstGeom>
          <a:gradFill flip="none" rotWithShape="1">
            <a:gsLst>
              <a:gs pos="50000">
                <a:schemeClr val="accent3">
                  <a:lumMod val="60000"/>
                  <a:lumOff val="40000"/>
                  <a:alpha val="75000"/>
                </a:schemeClr>
              </a:gs>
              <a:gs pos="0">
                <a:schemeClr val="accent1">
                  <a:lumMod val="50000"/>
                </a:schemeClr>
              </a:gs>
              <a:gs pos="100000">
                <a:schemeClr val="accent4">
                  <a:lumMod val="50000"/>
                </a:schemeClr>
              </a:gs>
              <a:gs pos="85000">
                <a:schemeClr val="accent2">
                  <a:lumMod val="7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3602343-A974-BE4B-41E6-58237921FB4D}"/>
              </a:ext>
            </a:extLst>
          </p:cNvPr>
          <p:cNvSpPr/>
          <p:nvPr/>
        </p:nvSpPr>
        <p:spPr>
          <a:xfrm flipH="1">
            <a:off x="3683466" y="0"/>
            <a:ext cx="8508534" cy="6858000"/>
          </a:xfrm>
          <a:prstGeom prst="rect">
            <a:avLst/>
          </a:prstGeom>
          <a:gradFill flip="none" rotWithShape="1">
            <a:gsLst>
              <a:gs pos="6000">
                <a:schemeClr val="accent3">
                  <a:lumMod val="40000"/>
                  <a:lumOff val="60000"/>
                </a:schemeClr>
              </a:gs>
              <a:gs pos="73000">
                <a:schemeClr val="accent3">
                  <a:alpha val="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1022E84-7D91-EFA0-CBCA-F9AC98E6181F}"/>
              </a:ext>
            </a:extLst>
          </p:cNvPr>
          <p:cNvSpPr/>
          <p:nvPr/>
        </p:nvSpPr>
        <p:spPr>
          <a:xfrm rot="5400000">
            <a:off x="1670408" y="-1670408"/>
            <a:ext cx="7492544" cy="10833360"/>
          </a:xfrm>
          <a:prstGeom prst="rect">
            <a:avLst/>
          </a:prstGeom>
          <a:gradFill flip="none" rotWithShape="1">
            <a:gsLst>
              <a:gs pos="58000">
                <a:schemeClr val="accent2">
                  <a:alpha val="0"/>
                </a:schemeClr>
              </a:gs>
              <a:gs pos="98000">
                <a:schemeClr val="accent6">
                  <a:lumMod val="7500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a:lstStyle/>
          <a:p>
            <a:r>
              <a:rPr lang="en-US"/>
              <a:t>Click to edit Master title style</a:t>
            </a:r>
          </a:p>
        </p:txBody>
      </p:sp>
      <p:sp>
        <p:nvSpPr>
          <p:cNvPr id="3" name="Rectangle 2">
            <a:extLst>
              <a:ext uri="{FF2B5EF4-FFF2-40B4-BE49-F238E27FC236}">
                <a16:creationId xmlns:a16="http://schemas.microsoft.com/office/drawing/2014/main" id="{67DA0DC0-3518-750A-3821-192C03B2D059}"/>
              </a:ext>
            </a:extLst>
          </p:cNvPr>
          <p:cNvSpPr/>
          <p:nvPr/>
        </p:nvSpPr>
        <p:spPr>
          <a:xfrm rot="10800000">
            <a:off x="5031742" y="-20336"/>
            <a:ext cx="7160258" cy="6878336"/>
          </a:xfrm>
          <a:prstGeom prst="rect">
            <a:avLst/>
          </a:prstGeom>
          <a:gradFill>
            <a:gsLst>
              <a:gs pos="30000">
                <a:schemeClr val="accent4">
                  <a:lumMod val="60000"/>
                  <a:lumOff val="40000"/>
                  <a:alpha val="0"/>
                </a:schemeClr>
              </a:gs>
              <a:gs pos="89000">
                <a:schemeClr val="bg2"/>
              </a:gs>
            </a:gsLst>
            <a:lin ang="9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B5B402F4-533A-849C-ACAD-039056A5D174}"/>
              </a:ext>
            </a:extLst>
          </p:cNvPr>
          <p:cNvSpPr/>
          <p:nvPr/>
        </p:nvSpPr>
        <p:spPr>
          <a:xfrm flipH="1">
            <a:off x="8961" y="2704579"/>
            <a:ext cx="12183038" cy="4153421"/>
          </a:xfrm>
          <a:prstGeom prst="rect">
            <a:avLst/>
          </a:prstGeom>
          <a:gradFill flip="none" rotWithShape="1">
            <a:gsLst>
              <a:gs pos="20000">
                <a:schemeClr val="accent1">
                  <a:alpha val="0"/>
                </a:schemeClr>
              </a:gs>
              <a:gs pos="68000">
                <a:schemeClr val="bg2">
                  <a:alpha val="67000"/>
                </a:schemeClr>
              </a:gs>
              <a:gs pos="90000">
                <a:schemeClr val="bg2"/>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C764DE79-268F-4C1A-8933-263129D2AF90}" type="datetimeFigureOut">
              <a:rPr lang="en-US" smtClean="0"/>
              <a:t>9/23/2026</a:t>
            </a:fld>
            <a:endParaRPr lang="en-US" dirty="0"/>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endParaRPr lang="en-US" dirty="0"/>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48F63A3B-78C7-47BE-AE5E-E10140E04643}" type="slidenum">
              <a:rPr lang="en-US" smtClean="0"/>
              <a:t>‹#›</a:t>
            </a:fld>
            <a:endParaRPr lang="en-US" dirty="0"/>
          </a:p>
        </p:txBody>
      </p:sp>
      <p:sp>
        <p:nvSpPr>
          <p:cNvPr id="10" name="Content Placeholder 9">
            <a:extLst>
              <a:ext uri="{FF2B5EF4-FFF2-40B4-BE49-F238E27FC236}">
                <a16:creationId xmlns:a16="http://schemas.microsoft.com/office/drawing/2014/main" id="{88124DA4-1249-371C-65BA-0AAC0239D4C1}"/>
              </a:ext>
            </a:extLst>
          </p:cNvPr>
          <p:cNvSpPr>
            <a:spLocks noGrp="1"/>
          </p:cNvSpPr>
          <p:nvPr>
            <p:ph sz="quarter" idx="17" hasCustomPrompt="1"/>
          </p:nvPr>
        </p:nvSpPr>
        <p:spPr>
          <a:xfrm>
            <a:off x="274320" y="2704946"/>
            <a:ext cx="9801225" cy="3538538"/>
          </a:xfrm>
        </p:spPr>
        <p:txBody>
          <a:bodyPr anchor="b"/>
          <a:lstStyle>
            <a:lvl1pPr>
              <a:lnSpc>
                <a:spcPct val="100000"/>
              </a:lnSpc>
              <a:defRPr sz="5400"/>
            </a:lvl1pPr>
            <a:lvl2pPr>
              <a:lnSpc>
                <a:spcPct val="100000"/>
              </a:lnSpc>
              <a:defRPr sz="4800"/>
            </a:lvl2pPr>
            <a:lvl3pPr>
              <a:lnSpc>
                <a:spcPct val="100000"/>
              </a:lnSpc>
              <a:defRPr sz="4400"/>
            </a:lvl3pPr>
            <a:lvl4pPr>
              <a:lnSpc>
                <a:spcPct val="100000"/>
              </a:lnSpc>
              <a:defRPr sz="4000"/>
            </a:lvl4pPr>
            <a:lvl5pPr>
              <a:lnSpc>
                <a:spcPct val="100000"/>
              </a:lnSpc>
              <a:defRPr sz="360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86069359"/>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008CFE4-4AC8-17F9-C6E2-22D96CF81069}"/>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Rectangle 7">
            <a:extLst>
              <a:ext uri="{FF2B5EF4-FFF2-40B4-BE49-F238E27FC236}">
                <a16:creationId xmlns:a16="http://schemas.microsoft.com/office/drawing/2014/main" id="{8B774BFB-EECC-C995-E701-4CCEB032FCDB}"/>
              </a:ext>
              <a:ext uri="{C183D7F6-B498-43B3-948B-1728B52AA6E4}">
                <adec:decorative xmlns:adec="http://schemas.microsoft.com/office/drawing/2017/decorative" val="1"/>
              </a:ext>
            </a:extLst>
          </p:cNvPr>
          <p:cNvSpPr/>
          <p:nvPr/>
        </p:nvSpPr>
        <p:spPr>
          <a:xfrm>
            <a:off x="0" y="3861412"/>
            <a:ext cx="12192000" cy="3010777"/>
          </a:xfrm>
          <a:prstGeom prst="rect">
            <a:avLst/>
          </a:prstGeom>
          <a:gradFill flip="none" rotWithShape="1">
            <a:gsLst>
              <a:gs pos="0">
                <a:schemeClr val="accent3">
                  <a:lumMod val="60000"/>
                  <a:lumOff val="40000"/>
                  <a:alpha val="70000"/>
                </a:schemeClr>
              </a:gs>
              <a:gs pos="50000">
                <a:schemeClr val="bg2">
                  <a:alpha val="0"/>
                </a:schemeClr>
              </a:gs>
            </a:gsLst>
            <a:lin ang="1716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chemeClr val="tx1"/>
              </a:solidFill>
            </a:endParaRPr>
          </a:p>
        </p:txBody>
      </p:sp>
      <p:sp>
        <p:nvSpPr>
          <p:cNvPr id="9" name="Rectangle 8">
            <a:extLst>
              <a:ext uri="{FF2B5EF4-FFF2-40B4-BE49-F238E27FC236}">
                <a16:creationId xmlns:a16="http://schemas.microsoft.com/office/drawing/2014/main" id="{CD2E260E-763F-A06B-2808-39975829F205}"/>
              </a:ext>
            </a:extLst>
          </p:cNvPr>
          <p:cNvSpPr/>
          <p:nvPr/>
        </p:nvSpPr>
        <p:spPr>
          <a:xfrm rot="5400000" flipH="1">
            <a:off x="2667005" y="-2666996"/>
            <a:ext cx="6857996" cy="12191993"/>
          </a:xfrm>
          <a:prstGeom prst="rect">
            <a:avLst/>
          </a:prstGeom>
          <a:gradFill>
            <a:gsLst>
              <a:gs pos="0">
                <a:schemeClr val="bg1"/>
              </a:gs>
              <a:gs pos="100000">
                <a:schemeClr val="accent1">
                  <a:lumMod val="75000"/>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8E82642F-D94D-7313-EB9D-48E3CBEDD19C}"/>
              </a:ext>
            </a:extLst>
          </p:cNvPr>
          <p:cNvSpPr/>
          <p:nvPr/>
        </p:nvSpPr>
        <p:spPr>
          <a:xfrm rot="16200000" flipH="1">
            <a:off x="4381500" y="-4373435"/>
            <a:ext cx="3429000" cy="12175870"/>
          </a:xfrm>
          <a:prstGeom prst="rect">
            <a:avLst/>
          </a:prstGeom>
          <a:gradFill flip="none" rotWithShape="1">
            <a:gsLst>
              <a:gs pos="0">
                <a:schemeClr val="accent2"/>
              </a:gs>
              <a:gs pos="36000">
                <a:schemeClr val="accent6">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866900" y="4967784"/>
            <a:ext cx="8484108" cy="1052015"/>
          </a:xfrm>
        </p:spPr>
        <p:txBody>
          <a:bodyPr anchor="ctr">
            <a:normAutofit/>
          </a:bodyPr>
          <a:lstStyle>
            <a:lvl1pPr marL="137160" indent="-137160">
              <a:lnSpc>
                <a:spcPct val="100000"/>
              </a:lnSpc>
              <a:defRPr sz="2000">
                <a:solidFill>
                  <a:schemeClr val="tx1"/>
                </a:solidFill>
              </a:defRPr>
            </a:lvl1pPr>
          </a:lstStyle>
          <a:p>
            <a:r>
              <a:rPr lang="en-US"/>
              <a:t>Quote Author</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1"/>
                </a:solidFill>
              </a:defRPr>
            </a:lvl1pPr>
          </a:lstStyle>
          <a:p>
            <a:fld id="{C764DE79-268F-4C1A-8933-263129D2AF90}" type="datetimeFigureOut">
              <a:rPr lang="en-US" smtClean="0"/>
              <a:t>9/23/2026</a:t>
            </a:fld>
            <a:endParaRPr lang="en-US" dirty="0"/>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1"/>
                </a:solidFill>
              </a:defRPr>
            </a:lvl1pPr>
          </a:lstStyle>
          <a:p>
            <a:endParaRPr lang="en-US" dirty="0"/>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1"/>
                </a:solidFill>
              </a:defRPr>
            </a:lvl1pPr>
          </a:lstStyle>
          <a:p>
            <a:fld id="{48F63A3B-78C7-47BE-AE5E-E10140E04643}" type="slidenum">
              <a:rPr lang="en-US" smtClean="0"/>
              <a:t>‹#›</a:t>
            </a:fld>
            <a:endParaRPr lang="en-US" dirty="0"/>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866900" y="1405719"/>
            <a:ext cx="8484108" cy="3087622"/>
          </a:xfrm>
        </p:spPr>
        <p:txBody>
          <a:bodyPr vert="horz" lIns="91440" tIns="45720" rIns="91440" bIns="45720" rtlCol="0" anchor="ctr">
            <a:noAutofit/>
          </a:bodyPr>
          <a:lstStyle>
            <a:lvl1pPr marL="0" indent="0">
              <a:lnSpc>
                <a:spcPct val="100000"/>
              </a:lnSpc>
              <a:buNone/>
              <a:defRPr lang="en-US" sz="4000" b="0" dirty="0">
                <a:solidFill>
                  <a:schemeClr val="tx1"/>
                </a:solidFill>
              </a:defRPr>
            </a:lvl1pPr>
            <a:lvl2pPr marL="228600" indent="0">
              <a:lnSpc>
                <a:spcPct val="100000"/>
              </a:lnSpc>
              <a:buNone/>
              <a:defRPr lang="en-US" sz="4000" b="0" dirty="0">
                <a:solidFill>
                  <a:schemeClr val="tx1"/>
                </a:solidFill>
              </a:defRPr>
            </a:lvl2pPr>
            <a:lvl3pPr marL="457200" indent="0">
              <a:lnSpc>
                <a:spcPct val="100000"/>
              </a:lnSpc>
              <a:buNone/>
              <a:defRPr lang="en-US" sz="4000" b="0" dirty="0">
                <a:solidFill>
                  <a:schemeClr val="tx1"/>
                </a:solidFill>
              </a:defRPr>
            </a:lvl3pPr>
            <a:lvl4pPr marL="685800" indent="0">
              <a:lnSpc>
                <a:spcPct val="100000"/>
              </a:lnSpc>
              <a:buNone/>
              <a:defRPr lang="en-US" sz="4000" b="0" dirty="0">
                <a:solidFill>
                  <a:schemeClr val="tx1"/>
                </a:solidFill>
              </a:defRPr>
            </a:lvl4pPr>
            <a:lvl5pPr marL="914400" indent="0">
              <a:lnSpc>
                <a:spcPct val="100000"/>
              </a:lnSpc>
              <a:buNone/>
              <a:defRPr lang="en-US" sz="3600" b="0" dirty="0">
                <a:solidFill>
                  <a:schemeClr val="tx1"/>
                </a:solidFill>
              </a:defRPr>
            </a:lvl5pPr>
          </a:lstStyle>
          <a:p>
            <a:pPr lvl="0"/>
            <a:r>
              <a:rPr lang="en-US" dirty="0"/>
              <a:t>Click to add Quote</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8D1ECC83-D6FA-D54B-81F2-EE93577E016F}"/>
              </a:ext>
            </a:extLst>
          </p:cNvPr>
          <p:cNvCxnSpPr>
            <a:cxnSpLocks/>
          </p:cNvCxnSpPr>
          <p:nvPr/>
        </p:nvCxnSpPr>
        <p:spPr>
          <a:xfrm flipH="1">
            <a:off x="2077285" y="4810814"/>
            <a:ext cx="8273723" cy="0"/>
          </a:xfrm>
          <a:prstGeom prst="line">
            <a:avLst/>
          </a:prstGeom>
          <a:ln w="6350">
            <a:solidFill>
              <a:schemeClr val="tx1">
                <a:lumMod val="75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5623366"/>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7012885" cy="1381432"/>
          </a:xfrm>
        </p:spPr>
        <p:txBody>
          <a:bodyPr anchor="t">
            <a:noAutofit/>
          </a:bodyPr>
          <a:lstStyle>
            <a:lvl1pPr>
              <a:defRPr sz="440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5C52CF0D-DCF6-2401-8AD6-ED12BCF0D0F7}"/>
              </a:ext>
            </a:extLst>
          </p:cNvPr>
          <p:cNvSpPr>
            <a:spLocks noGrp="1"/>
          </p:cNvSpPr>
          <p:nvPr>
            <p:ph type="dt" sz="half" idx="14"/>
          </p:nvPr>
        </p:nvSpPr>
        <p:spPr/>
        <p:txBody>
          <a:bodyPr/>
          <a:lstStyle/>
          <a:p>
            <a:fld id="{C764DE79-268F-4C1A-8933-263129D2AF90}" type="datetimeFigureOut">
              <a:rPr lang="en-US" smtClean="0"/>
              <a:t>9/23/2026</a:t>
            </a:fld>
            <a:endParaRPr lang="en-US" dirty="0"/>
          </a:p>
        </p:txBody>
      </p:sp>
      <p:sp>
        <p:nvSpPr>
          <p:cNvPr id="5" name="Footer Placeholder 4">
            <a:extLst>
              <a:ext uri="{FF2B5EF4-FFF2-40B4-BE49-F238E27FC236}">
                <a16:creationId xmlns:a16="http://schemas.microsoft.com/office/drawing/2014/main" id="{A67F5585-231E-4B46-143C-086AE5C56D2F}"/>
              </a:ext>
            </a:extLst>
          </p:cNvPr>
          <p:cNvSpPr>
            <a:spLocks noGrp="1"/>
          </p:cNvSpPr>
          <p:nvPr>
            <p:ph type="ftr" sz="quarter" idx="15"/>
          </p:nvPr>
        </p:nvSpPr>
        <p:spPr/>
        <p:txBody>
          <a:bodyPr/>
          <a:lstStyle/>
          <a:p>
            <a:endParaRPr lang="en-US" dirty="0"/>
          </a:p>
        </p:txBody>
      </p:sp>
      <p:sp>
        <p:nvSpPr>
          <p:cNvPr id="6" name="Slide Number Placeholder 5">
            <a:extLst>
              <a:ext uri="{FF2B5EF4-FFF2-40B4-BE49-F238E27FC236}">
                <a16:creationId xmlns:a16="http://schemas.microsoft.com/office/drawing/2014/main" id="{90CE8D9E-59BD-DBC5-F43C-8A6A21AE2F10}"/>
              </a:ext>
            </a:extLst>
          </p:cNvPr>
          <p:cNvSpPr>
            <a:spLocks noGrp="1"/>
          </p:cNvSpPr>
          <p:nvPr>
            <p:ph type="sldNum" sz="quarter" idx="16"/>
          </p:nvPr>
        </p:nvSpPr>
        <p:spPr/>
        <p:txBody>
          <a:bodyPr/>
          <a:lstStyle/>
          <a:p>
            <a:fld id="{48F63A3B-78C7-47BE-AE5E-E10140E04643}" type="slidenum">
              <a:rPr lang="en-US" smtClean="0"/>
              <a:t>‹#›</a:t>
            </a:fld>
            <a:endParaRPr lang="en-US" dirty="0"/>
          </a:p>
        </p:txBody>
      </p:sp>
      <p:cxnSp>
        <p:nvCxnSpPr>
          <p:cNvPr id="3" name="Straight Connector 2">
            <a:extLst>
              <a:ext uri="{FF2B5EF4-FFF2-40B4-BE49-F238E27FC236}">
                <a16:creationId xmlns:a16="http://schemas.microsoft.com/office/drawing/2014/main" id="{9ABA73FC-7BD1-70E0-E0BB-062C0B9E495C}"/>
              </a:ext>
            </a:extLst>
          </p:cNvPr>
          <p:cNvCxnSpPr>
            <a:cxnSpLocks/>
          </p:cNvCxnSpPr>
          <p:nvPr/>
        </p:nvCxnSpPr>
        <p:spPr>
          <a:xfrm flipH="1">
            <a:off x="394716" y="303297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E12F779-E4E9-1000-6D97-63D7AD0CD426}"/>
              </a:ext>
            </a:extLst>
          </p:cNvPr>
          <p:cNvSpPr/>
          <p:nvPr/>
        </p:nvSpPr>
        <p:spPr>
          <a:xfrm rot="5400000" flipH="1">
            <a:off x="4765041" y="-568961"/>
            <a:ext cx="2661919" cy="12192002"/>
          </a:xfrm>
          <a:prstGeom prst="rect">
            <a:avLst/>
          </a:prstGeom>
          <a:gradFill>
            <a:gsLst>
              <a:gs pos="51000">
                <a:schemeClr val="bg2">
                  <a:alpha val="0"/>
                </a:schemeClr>
              </a:gs>
              <a:gs pos="98276">
                <a:schemeClr val="tx2"/>
              </a:gs>
              <a:gs pos="85000">
                <a:schemeClr val="accent1">
                  <a:alpha val="8500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11177CF-A7A2-912C-416D-E7E03D2C5291}"/>
              </a:ext>
            </a:extLst>
          </p:cNvPr>
          <p:cNvSpPr/>
          <p:nvPr/>
        </p:nvSpPr>
        <p:spPr>
          <a:xfrm rot="5400000" flipH="1">
            <a:off x="4516120" y="-817882"/>
            <a:ext cx="3159760" cy="12192003"/>
          </a:xfrm>
          <a:prstGeom prst="rect">
            <a:avLst/>
          </a:prstGeom>
          <a:gradFill>
            <a:gsLst>
              <a:gs pos="62000">
                <a:schemeClr val="bg2">
                  <a:alpha val="0"/>
                </a:schemeClr>
              </a:gs>
              <a:gs pos="98276">
                <a:schemeClr val="accent5"/>
              </a:gs>
              <a:gs pos="88000">
                <a:schemeClr val="accent3">
                  <a:alpha val="49000"/>
                </a:schemeClr>
              </a:gs>
            </a:gsLst>
            <a:lin ang="103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03230" y="3429000"/>
            <a:ext cx="11171699" cy="246561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01038347"/>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clus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3CA1D0-5ABF-E529-5411-F834222E48FC}"/>
              </a:ext>
            </a:extLst>
          </p:cNvPr>
          <p:cNvSpPr/>
          <p:nvPr/>
        </p:nvSpPr>
        <p:spPr>
          <a:xfrm rot="5400000">
            <a:off x="5020923" y="-2430130"/>
            <a:ext cx="1825034" cy="11866880"/>
          </a:xfrm>
          <a:prstGeom prst="rect">
            <a:avLst/>
          </a:prstGeom>
          <a:gradFill>
            <a:gsLst>
              <a:gs pos="41000">
                <a:schemeClr val="bg1">
                  <a:alpha val="0"/>
                </a:schemeClr>
              </a:gs>
              <a:gs pos="85612">
                <a:schemeClr val="accent4">
                  <a:alpha val="7800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40F5D87-BF9C-3DAE-D977-87A4FA7749F4}"/>
              </a:ext>
            </a:extLst>
          </p:cNvPr>
          <p:cNvSpPr/>
          <p:nvPr/>
        </p:nvSpPr>
        <p:spPr>
          <a:xfrm rot="10800000" flipH="1">
            <a:off x="0" y="2590790"/>
            <a:ext cx="12192000" cy="1825033"/>
          </a:xfrm>
          <a:prstGeom prst="rect">
            <a:avLst/>
          </a:prstGeom>
          <a:gradFill>
            <a:gsLst>
              <a:gs pos="68000">
                <a:schemeClr val="bg2">
                  <a:alpha val="0"/>
                </a:schemeClr>
              </a:gs>
              <a:gs pos="98851">
                <a:schemeClr val="accent5">
                  <a:lumMod val="60000"/>
                  <a:lumOff val="40000"/>
                </a:schemeClr>
              </a:gs>
              <a:gs pos="89000">
                <a:schemeClr val="accent3">
                  <a:lumMod val="60000"/>
                  <a:lumOff val="40000"/>
                  <a:alpha val="3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6095999" cy="1454506"/>
          </a:xfrm>
        </p:spPr>
        <p:txBody>
          <a:bodyPr anchor="t">
            <a:normAutofit/>
          </a:bodyPr>
          <a:lstStyle>
            <a:lvl1pPr>
              <a:defRPr sz="54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7CAECC89-C65D-CAD6-3F7F-24F67D81DCF1}"/>
              </a:ext>
            </a:extLst>
          </p:cNvPr>
          <p:cNvSpPr>
            <a:spLocks noGrp="1"/>
          </p:cNvSpPr>
          <p:nvPr>
            <p:ph type="dt" sz="half" idx="15"/>
          </p:nvPr>
        </p:nvSpPr>
        <p:spPr/>
        <p:txBody>
          <a:bodyPr/>
          <a:lstStyle/>
          <a:p>
            <a:fld id="{C764DE79-268F-4C1A-8933-263129D2AF90}" type="datetimeFigureOut">
              <a:rPr lang="en-US" smtClean="0"/>
              <a:t>9/23/2026</a:t>
            </a:fld>
            <a:endParaRPr lang="en-US" dirty="0"/>
          </a:p>
        </p:txBody>
      </p:sp>
      <p:sp>
        <p:nvSpPr>
          <p:cNvPr id="8" name="Footer Placeholder 7">
            <a:extLst>
              <a:ext uri="{FF2B5EF4-FFF2-40B4-BE49-F238E27FC236}">
                <a16:creationId xmlns:a16="http://schemas.microsoft.com/office/drawing/2014/main" id="{F664FAF8-D2CD-617D-EEE4-AFE7E979984A}"/>
              </a:ext>
            </a:extLst>
          </p:cNvPr>
          <p:cNvSpPr>
            <a:spLocks noGrp="1"/>
          </p:cNvSpPr>
          <p:nvPr>
            <p:ph type="ftr" sz="quarter" idx="16"/>
          </p:nvPr>
        </p:nvSpPr>
        <p:spPr/>
        <p:txBody>
          <a:bodyPr/>
          <a:lstStyle/>
          <a:p>
            <a:endParaRPr lang="en-US" dirty="0"/>
          </a:p>
        </p:txBody>
      </p:sp>
      <p:sp>
        <p:nvSpPr>
          <p:cNvPr id="9" name="Slide Number Placeholder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a:lstStyle/>
          <a:p>
            <a:fld id="{48F63A3B-78C7-47BE-AE5E-E10140E04643}" type="slidenum">
              <a:rPr lang="en-US" smtClean="0"/>
              <a:t>‹#›</a:t>
            </a:fld>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7620000" y="3337560"/>
            <a:ext cx="3595171" cy="2828581"/>
          </a:xfrm>
        </p:spPr>
        <p:txBody>
          <a:bodyPr vert="horz" lIns="91440" tIns="45720" rIns="91440" bIns="45720" rtlCol="0">
            <a:normAutofit/>
          </a:bodyPr>
          <a:lstStyle>
            <a:lvl1pPr marL="0" indent="0">
              <a:buNone/>
              <a:defRPr lang="en-US" sz="1800" dirty="0"/>
            </a:lvl1pPr>
            <a:lvl2pPr marL="228600" indent="0">
              <a:buNone/>
              <a:defRPr lang="en-US" sz="1400" dirty="0"/>
            </a:lvl2pPr>
            <a:lvl3pPr marL="457200" indent="0">
              <a:buNone/>
              <a:defRPr lang="en-US" sz="1200" dirty="0"/>
            </a:lvl3pPr>
            <a:lvl4pPr marL="685800" indent="0">
              <a:buNone/>
              <a:defRPr lang="en-US" sz="1100" dirty="0"/>
            </a:lvl4pPr>
            <a:lvl5pPr marL="914400" indent="0">
              <a:buNone/>
              <a:defRPr lang="en-US" sz="105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83765298"/>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731520"/>
            <a:ext cx="10858500" cy="692389"/>
          </a:xfrm>
        </p:spPr>
        <p:txBody>
          <a:bodyPr/>
          <a:lstStyle>
            <a:lvl1pPr>
              <a:defRPr>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EC2184DE-1D38-B3AE-D560-557B3726B547}"/>
              </a:ext>
            </a:extLst>
          </p:cNvPr>
          <p:cNvSpPr>
            <a:spLocks noGrp="1"/>
          </p:cNvSpPr>
          <p:nvPr>
            <p:ph type="dt" sz="half" idx="15"/>
          </p:nvPr>
        </p:nvSpPr>
        <p:spPr/>
        <p:txBody>
          <a:bodyPr/>
          <a:lstStyle/>
          <a:p>
            <a:fld id="{C764DE79-268F-4C1A-8933-263129D2AF90}" type="datetimeFigureOut">
              <a:rPr lang="en-US" smtClean="0"/>
              <a:t>9/23/2026</a:t>
            </a:fld>
            <a:endParaRPr lang="en-US" dirty="0"/>
          </a:p>
        </p:txBody>
      </p:sp>
      <p:sp>
        <p:nvSpPr>
          <p:cNvPr id="4" name="Footer Placeholder 3">
            <a:extLst>
              <a:ext uri="{FF2B5EF4-FFF2-40B4-BE49-F238E27FC236}">
                <a16:creationId xmlns:a16="http://schemas.microsoft.com/office/drawing/2014/main" id="{392A082C-5D4A-4A20-87E3-9906B5F3BAF4}"/>
              </a:ext>
            </a:extLst>
          </p:cNvPr>
          <p:cNvSpPr>
            <a:spLocks noGrp="1"/>
          </p:cNvSpPr>
          <p:nvPr>
            <p:ph type="ftr" sz="quarter" idx="16"/>
          </p:nvPr>
        </p:nvSpPr>
        <p:spPr/>
        <p:txBody>
          <a:bodyPr/>
          <a:lstStyle/>
          <a:p>
            <a:endParaRPr lang="en-US" dirty="0"/>
          </a:p>
        </p:txBody>
      </p:sp>
      <p:sp>
        <p:nvSpPr>
          <p:cNvPr id="8" name="Slide Number Placeholder 7">
            <a:extLst>
              <a:ext uri="{FF2B5EF4-FFF2-40B4-BE49-F238E27FC236}">
                <a16:creationId xmlns:a16="http://schemas.microsoft.com/office/drawing/2014/main" id="{AD66BE47-AC20-1061-07AD-89A41D02F482}"/>
              </a:ext>
            </a:extLst>
          </p:cNvPr>
          <p:cNvSpPr>
            <a:spLocks noGrp="1"/>
          </p:cNvSpPr>
          <p:nvPr>
            <p:ph type="sldNum" sz="quarter" idx="17"/>
          </p:nvPr>
        </p:nvSpPr>
        <p:spPr/>
        <p:txBody>
          <a:bodyPr/>
          <a:lstStyle/>
          <a:p>
            <a:fld id="{48F63A3B-78C7-47BE-AE5E-E10140E04643}" type="slidenum">
              <a:rPr lang="en-US" smtClean="0"/>
              <a:t>‹#›</a:t>
            </a:fld>
            <a:endParaRPr lang="en-US" dirty="0"/>
          </a:p>
        </p:txBody>
      </p:sp>
      <p:sp>
        <p:nvSpPr>
          <p:cNvPr id="7" name="Content Placeholder 6">
            <a:extLst>
              <a:ext uri="{FF2B5EF4-FFF2-40B4-BE49-F238E27FC236}">
                <a16:creationId xmlns:a16="http://schemas.microsoft.com/office/drawing/2014/main" id="{80A35E0D-62A8-3554-9B0A-F98F410BA73C}"/>
              </a:ext>
            </a:extLst>
          </p:cNvPr>
          <p:cNvSpPr>
            <a:spLocks noGrp="1"/>
          </p:cNvSpPr>
          <p:nvPr>
            <p:ph sz="quarter" idx="18"/>
          </p:nvPr>
        </p:nvSpPr>
        <p:spPr>
          <a:xfrm>
            <a:off x="301625" y="1806575"/>
            <a:ext cx="5165725"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6">
            <a:extLst>
              <a:ext uri="{FF2B5EF4-FFF2-40B4-BE49-F238E27FC236}">
                <a16:creationId xmlns:a16="http://schemas.microsoft.com/office/drawing/2014/main" id="{59B3B287-1823-BE94-2755-A041E87636AD}"/>
              </a:ext>
            </a:extLst>
          </p:cNvPr>
          <p:cNvSpPr>
            <a:spLocks noGrp="1"/>
          </p:cNvSpPr>
          <p:nvPr>
            <p:ph sz="quarter" idx="19"/>
          </p:nvPr>
        </p:nvSpPr>
        <p:spPr>
          <a:xfrm>
            <a:off x="6723891" y="1806575"/>
            <a:ext cx="4991100"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3AFB33C1-66E4-5420-EAC7-ECB72519298E}"/>
              </a:ext>
            </a:extLst>
          </p:cNvPr>
          <p:cNvCxnSpPr>
            <a:cxnSpLocks/>
          </p:cNvCxnSpPr>
          <p:nvPr/>
        </p:nvCxnSpPr>
        <p:spPr>
          <a:xfrm flipH="1">
            <a:off x="394716" y="158496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0883922"/>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mparison">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6AE5CFF-8C53-04B8-D45D-5572C54FE40F}"/>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301752" y="731520"/>
            <a:ext cx="11585448" cy="662062"/>
          </a:xfrm>
        </p:spPr>
        <p:txBody>
          <a:bodyPr/>
          <a:lstStyle>
            <a:lvl1pPr>
              <a:defRPr>
                <a:solidFill>
                  <a:schemeClr val="tx1"/>
                </a:solidFill>
              </a:defRPr>
            </a:lvl1pPr>
          </a:lstStyle>
          <a:p>
            <a:r>
              <a:rPr lang="en-US"/>
              <a:t>Click to edit Master title style</a:t>
            </a:r>
          </a:p>
        </p:txBody>
      </p:sp>
      <p:sp>
        <p:nvSpPr>
          <p:cNvPr id="15" name="Date Placeholder 14">
            <a:extLst>
              <a:ext uri="{FF2B5EF4-FFF2-40B4-BE49-F238E27FC236}">
                <a16:creationId xmlns:a16="http://schemas.microsoft.com/office/drawing/2014/main" id="{705EA491-E08A-48B5-7211-33514A94530C}"/>
              </a:ext>
            </a:extLst>
          </p:cNvPr>
          <p:cNvSpPr>
            <a:spLocks noGrp="1"/>
          </p:cNvSpPr>
          <p:nvPr>
            <p:ph type="dt" sz="half" idx="15"/>
          </p:nvPr>
        </p:nvSpPr>
        <p:spPr/>
        <p:txBody>
          <a:bodyPr/>
          <a:lstStyle/>
          <a:p>
            <a:fld id="{C764DE79-268F-4C1A-8933-263129D2AF90}" type="datetimeFigureOut">
              <a:rPr lang="en-US" smtClean="0"/>
              <a:t>9/23/2026</a:t>
            </a:fld>
            <a:endParaRPr lang="en-US" dirty="0"/>
          </a:p>
        </p:txBody>
      </p:sp>
      <p:sp>
        <p:nvSpPr>
          <p:cNvPr id="16" name="Footer Placeholder 15">
            <a:extLst>
              <a:ext uri="{FF2B5EF4-FFF2-40B4-BE49-F238E27FC236}">
                <a16:creationId xmlns:a16="http://schemas.microsoft.com/office/drawing/2014/main" id="{259980DF-BFB1-0E16-FE9E-D2D30ED180E7}"/>
              </a:ext>
            </a:extLst>
          </p:cNvPr>
          <p:cNvSpPr>
            <a:spLocks noGrp="1"/>
          </p:cNvSpPr>
          <p:nvPr>
            <p:ph type="ftr" sz="quarter" idx="16"/>
          </p:nvPr>
        </p:nvSpPr>
        <p:spPr/>
        <p:txBody>
          <a:bodyPr/>
          <a:lstStyle/>
          <a:p>
            <a:endParaRPr lang="en-US" dirty="0"/>
          </a:p>
        </p:txBody>
      </p:sp>
      <p:sp>
        <p:nvSpPr>
          <p:cNvPr id="17" name="Slide Number Placeholder 16">
            <a:extLst>
              <a:ext uri="{FF2B5EF4-FFF2-40B4-BE49-F238E27FC236}">
                <a16:creationId xmlns:a16="http://schemas.microsoft.com/office/drawing/2014/main" id="{6EA97154-58A7-DD75-CD73-93F442F34125}"/>
              </a:ext>
            </a:extLst>
          </p:cNvPr>
          <p:cNvSpPr>
            <a:spLocks noGrp="1"/>
          </p:cNvSpPr>
          <p:nvPr>
            <p:ph type="sldNum" sz="quarter" idx="17"/>
          </p:nvPr>
        </p:nvSpPr>
        <p:spPr/>
        <p:txBody>
          <a:bodyPr/>
          <a:lstStyle/>
          <a:p>
            <a:fld id="{48F63A3B-78C7-47BE-AE5E-E10140E04643}" type="slidenum">
              <a:rPr lang="en-US" smtClean="0"/>
              <a:t>‹#›</a:t>
            </a:fld>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301752" y="1775779"/>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6">
            <a:extLst>
              <a:ext uri="{FF2B5EF4-FFF2-40B4-BE49-F238E27FC236}">
                <a16:creationId xmlns:a16="http://schemas.microsoft.com/office/drawing/2014/main" id="{13701989-F794-F145-FEEE-631718E4D69C}"/>
              </a:ext>
            </a:extLst>
          </p:cNvPr>
          <p:cNvSpPr>
            <a:spLocks noGrp="1"/>
          </p:cNvSpPr>
          <p:nvPr>
            <p:ph sz="quarter" idx="18"/>
          </p:nvPr>
        </p:nvSpPr>
        <p:spPr>
          <a:xfrm>
            <a:off x="301625" y="2492481"/>
            <a:ext cx="5165725"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720840" y="1775777"/>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6">
            <a:extLst>
              <a:ext uri="{FF2B5EF4-FFF2-40B4-BE49-F238E27FC236}">
                <a16:creationId xmlns:a16="http://schemas.microsoft.com/office/drawing/2014/main" id="{A3BB3E04-BBB2-1EB1-AF01-EFE05E004270}"/>
              </a:ext>
            </a:extLst>
          </p:cNvPr>
          <p:cNvSpPr>
            <a:spLocks noGrp="1"/>
          </p:cNvSpPr>
          <p:nvPr>
            <p:ph sz="quarter" idx="19"/>
          </p:nvPr>
        </p:nvSpPr>
        <p:spPr>
          <a:xfrm>
            <a:off x="6723890" y="2492481"/>
            <a:ext cx="5181907"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B692CF81-A7A7-1362-125E-EEC5C8BD16E7}"/>
              </a:ext>
            </a:extLst>
          </p:cNvPr>
          <p:cNvCxnSpPr>
            <a:cxnSpLocks/>
          </p:cNvCxnSpPr>
          <p:nvPr/>
        </p:nvCxnSpPr>
        <p:spPr>
          <a:xfrm flipH="1">
            <a:off x="394716" y="1579934"/>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11E71789-6ED9-AA74-B78C-05CAF80B5536}"/>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82908327"/>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301752" y="1005840"/>
            <a:ext cx="9906000" cy="801042"/>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C764DE79-268F-4C1A-8933-263129D2AF90}" type="datetimeFigureOut">
              <a:rPr lang="en-US" smtClean="0"/>
              <a:t>9/23/2026</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049264331"/>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C764DE79-268F-4C1A-8933-263129D2AF90}" type="datetimeFigureOut">
              <a:rPr lang="en-US" smtClean="0"/>
              <a:t>9/23/2026</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165871354"/>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72961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301752" y="869140"/>
            <a:ext cx="11604046" cy="96920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301752" y="210114"/>
            <a:ext cx="1759288" cy="365760"/>
          </a:xfrm>
          <a:prstGeom prst="rect">
            <a:avLst/>
          </a:prstGeom>
        </p:spPr>
        <p:txBody>
          <a:bodyPr vert="horz" lIns="91440" tIns="45720" rIns="91440" bIns="45720" rtlCol="0" anchor="ctr"/>
          <a:lstStyle>
            <a:lvl1pPr algn="l" rtl="0">
              <a:defRPr sz="800" cap="none" spc="0" baseline="0">
                <a:solidFill>
                  <a:schemeClr val="tx1"/>
                </a:solidFill>
              </a:defRPr>
            </a:lvl1pPr>
          </a:lstStyle>
          <a:p>
            <a:fld id="{C764DE79-268F-4C1A-8933-263129D2AF90}" type="datetimeFigureOut">
              <a:rPr lang="en-US" smtClean="0"/>
              <a:t>9/23/2026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7622485" y="210114"/>
            <a:ext cx="2509284" cy="365760"/>
          </a:xfrm>
          <a:prstGeom prst="rect">
            <a:avLst/>
          </a:prstGeom>
        </p:spPr>
        <p:txBody>
          <a:bodyPr vert="horz" lIns="91440" tIns="45720" rIns="91440" bIns="45720" rtlCol="0" anchor="ctr"/>
          <a:lstStyle>
            <a:lvl1pPr algn="l" rtl="0">
              <a:defRPr sz="800" cap="none" spc="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300323" y="210114"/>
            <a:ext cx="605475" cy="365760"/>
          </a:xfrm>
          <a:prstGeom prst="rect">
            <a:avLst/>
          </a:prstGeom>
        </p:spPr>
        <p:txBody>
          <a:bodyPr vert="horz" lIns="91440" tIns="45720" rIns="91440" bIns="45720" rtlCol="0" anchor="ctr"/>
          <a:lstStyle>
            <a:lvl1pPr algn="r" rtl="0">
              <a:defRPr sz="800" cap="none" spc="0" baseline="0">
                <a:solidFill>
                  <a:schemeClr val="tx1"/>
                </a:solidFill>
              </a:defRPr>
            </a:lvl1pPr>
          </a:lstStyle>
          <a:p>
            <a:fld id="{48F63A3B-78C7-47BE-AE5E-E10140E04643}" type="slidenum">
              <a:rPr lang="en-US" smtClean="0"/>
              <a:t>‹#›</a:t>
            </a:fld>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301752" y="2047284"/>
            <a:ext cx="11604046" cy="423464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6" name="Straight Connector 15">
            <a:extLst>
              <a:ext uri="{FF2B5EF4-FFF2-40B4-BE49-F238E27FC236}">
                <a16:creationId xmlns:a16="http://schemas.microsoft.com/office/drawing/2014/main" id="{A3E5EF3F-856F-01A0-B658-94EAB13FC060}"/>
              </a:ext>
            </a:extLst>
          </p:cNvPr>
          <p:cNvCxnSpPr>
            <a:cxnSpLocks/>
          </p:cNvCxnSpPr>
          <p:nvPr/>
        </p:nvCxnSpPr>
        <p:spPr>
          <a:xfrm flipH="1">
            <a:off x="394716" y="751313"/>
            <a:ext cx="1140256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6164215"/>
      </p:ext>
    </p:extLst>
  </p:cSld>
  <p:clrMap bg1="dk1" tx1="lt1" bg2="dk2" tx2="lt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 id="2147483746" r:id="rId12"/>
    <p:sldLayoutId id="2147483747" r:id="rId13"/>
    <p:sldLayoutId id="2147483748" r:id="rId14"/>
    <p:sldLayoutId id="2147483749" r:id="rId15"/>
    <p:sldLayoutId id="2147483750" r:id="rId16"/>
    <p:sldLayoutId id="2147483751" r:id="rId17"/>
    <p:sldLayoutId id="2147483752" r:id="rId18"/>
    <p:sldLayoutId id="2147483753" r:id="rId19"/>
    <p:sldLayoutId id="2147483754" r:id="rId20"/>
    <p:sldLayoutId id="2147483755" r:id="rId21"/>
    <p:sldLayoutId id="2147483756" r:id="rId22"/>
    <p:sldLayoutId id="2147483757" r:id="rId23"/>
    <p:sldLayoutId id="2147483758" r:id="rId24"/>
    <p:sldLayoutId id="2147483759" r:id="rId25"/>
    <p:sldLayoutId id="2147483760" r:id="rId26"/>
    <p:sldLayoutId id="2147483761" r:id="rId27"/>
    <p:sldLayoutId id="2147483762" r:id="rId28"/>
  </p:sldLayoutIdLst>
  <p:hf sldNum="0" hdr="0" ftr="0" dt="0"/>
  <p:txStyles>
    <p:titleStyle>
      <a:lvl1pPr algn="l" defTabSz="914400" rtl="0" eaLnBrk="1" latinLnBrk="0" hangingPunct="1">
        <a:lnSpc>
          <a:spcPct val="85000"/>
        </a:lnSpc>
        <a:spcBef>
          <a:spcPct val="0"/>
        </a:spcBef>
        <a:buNone/>
        <a:defRPr sz="2800" b="0" kern="1200" spc="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spc="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1" pos="168">
          <p15:clr>
            <a:srgbClr val="F26B43"/>
          </p15:clr>
        </p15:guide>
        <p15:guide id="22" orient="horz" pos="2160">
          <p15:clr>
            <a:srgbClr val="F26B43"/>
          </p15:clr>
        </p15:guide>
        <p15:guide id="23" pos="4800">
          <p15:clr>
            <a:srgbClr val="F26B43"/>
          </p15:clr>
        </p15:guide>
        <p15:guide id="24" orient="horz" pos="480">
          <p15:clr>
            <a:srgbClr val="F26B43"/>
          </p15:clr>
        </p15:guide>
        <p15:guide id="25" orient="horz" pos="864">
          <p15:clr>
            <a:srgbClr val="F26B43"/>
          </p15:clr>
        </p15:guide>
        <p15:guide id="26" pos="7392">
          <p15:clr>
            <a:srgbClr val="F26B43"/>
          </p15:clr>
        </p15:guide>
        <p15:guide id="27" orient="horz" pos="3840">
          <p15:clr>
            <a:srgbClr val="F26B43"/>
          </p15:clr>
        </p15:guide>
        <p15:guide id="28" pos="240">
          <p15:clr>
            <a:srgbClr val="F26B43"/>
          </p15:clr>
        </p15:guide>
        <p15:guide id="29" pos="74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8.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8.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8.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8.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8.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8.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28.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28.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28.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28.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6" name="Text 3"/>
          <p:cNvSpPr/>
          <p:nvPr/>
        </p:nvSpPr>
        <p:spPr>
          <a:xfrm>
            <a:off x="822959" y="2256417"/>
            <a:ext cx="10862535" cy="1920240"/>
          </a:xfrm>
          <a:prstGeom prst="rect">
            <a:avLst/>
          </a:prstGeom>
          <a:noFill/>
          <a:ln/>
        </p:spPr>
        <p:txBody>
          <a:bodyPr wrap="square" rtlCol="0" anchor="ctr"/>
          <a:lstStyle/>
          <a:p>
            <a:pPr>
              <a:lnSpc>
                <a:spcPts val="5000"/>
              </a:lnSpc>
            </a:pPr>
            <a:r>
              <a:rPr lang="en-US" sz="4600" b="1" dirty="0" err="1">
                <a:solidFill>
                  <a:srgbClr val="FFFFFF"/>
                </a:solidFill>
                <a:latin typeface="Cambria" pitchFamily="34" charset="0"/>
                <a:ea typeface="Cambria" pitchFamily="34" charset="-122"/>
                <a:cs typeface="Cambria" pitchFamily="34" charset="-120"/>
              </a:rPr>
              <a:t>Analisis</a:t>
            </a:r>
            <a:r>
              <a:rPr lang="en-US" sz="4600" b="1" dirty="0">
                <a:solidFill>
                  <a:srgbClr val="FFFFFF"/>
                </a:solidFill>
                <a:latin typeface="Cambria" pitchFamily="34" charset="0"/>
                <a:ea typeface="Cambria" pitchFamily="34" charset="-122"/>
                <a:cs typeface="Cambria" pitchFamily="34" charset="-120"/>
              </a:rPr>
              <a:t> </a:t>
            </a:r>
            <a:r>
              <a:rPr lang="en-US" sz="4600" b="1" dirty="0" err="1">
                <a:solidFill>
                  <a:srgbClr val="FFFFFF"/>
                </a:solidFill>
                <a:latin typeface="Cambria" pitchFamily="34" charset="0"/>
                <a:ea typeface="Cambria" pitchFamily="34" charset="-122"/>
                <a:cs typeface="Cambria" pitchFamily="34" charset="-120"/>
              </a:rPr>
              <a:t>Biaya</a:t>
            </a:r>
            <a:r>
              <a:rPr lang="en-US" sz="4600" b="1" dirty="0">
                <a:solidFill>
                  <a:srgbClr val="FFFFFF"/>
                </a:solidFill>
                <a:latin typeface="Cambria" pitchFamily="34" charset="0"/>
                <a:ea typeface="Cambria" pitchFamily="34" charset="-122"/>
                <a:cs typeface="Cambria" pitchFamily="34" charset="-120"/>
              </a:rPr>
              <a:t> </a:t>
            </a:r>
            <a:r>
              <a:rPr lang="en-US" sz="4600" b="1" dirty="0" err="1">
                <a:solidFill>
                  <a:srgbClr val="FFFFFF"/>
                </a:solidFill>
                <a:latin typeface="Cambria" pitchFamily="34" charset="0"/>
                <a:ea typeface="Cambria" pitchFamily="34" charset="-122"/>
                <a:cs typeface="Cambria" pitchFamily="34" charset="-120"/>
              </a:rPr>
              <a:t>Pengiriman</a:t>
            </a:r>
            <a:r>
              <a:rPr lang="en-US" sz="4600" b="1" dirty="0">
                <a:solidFill>
                  <a:srgbClr val="FFFFFF"/>
                </a:solidFill>
                <a:latin typeface="Cambria" pitchFamily="34" charset="0"/>
                <a:ea typeface="Cambria" pitchFamily="34" charset="-122"/>
                <a:cs typeface="Cambria" pitchFamily="34" charset="-120"/>
              </a:rPr>
              <a:t> E-Commerce: Strategi </a:t>
            </a:r>
            <a:r>
              <a:rPr lang="en-US" sz="4600" b="1" dirty="0" err="1">
                <a:solidFill>
                  <a:srgbClr val="FFFFFF"/>
                </a:solidFill>
                <a:latin typeface="Cambria" pitchFamily="34" charset="0"/>
                <a:ea typeface="Cambria" pitchFamily="34" charset="-122"/>
                <a:cs typeface="Cambria" pitchFamily="34" charset="-120"/>
              </a:rPr>
              <a:t>Menekan</a:t>
            </a:r>
            <a:r>
              <a:rPr lang="en-US" sz="4600" b="1" dirty="0">
                <a:solidFill>
                  <a:srgbClr val="FFFFFF"/>
                </a:solidFill>
                <a:latin typeface="Cambria" pitchFamily="34" charset="0"/>
                <a:ea typeface="Cambria" pitchFamily="34" charset="-122"/>
                <a:cs typeface="Cambria" pitchFamily="34" charset="-120"/>
              </a:rPr>
              <a:t> </a:t>
            </a:r>
            <a:r>
              <a:rPr lang="en-US" sz="4600" b="1" dirty="0" err="1">
                <a:solidFill>
                  <a:srgbClr val="FFFFFF"/>
                </a:solidFill>
                <a:latin typeface="Cambria" pitchFamily="34" charset="0"/>
                <a:ea typeface="Cambria" pitchFamily="34" charset="-122"/>
                <a:cs typeface="Cambria" pitchFamily="34" charset="-120"/>
              </a:rPr>
              <a:t>Ongkir</a:t>
            </a:r>
            <a:r>
              <a:rPr lang="en-US" sz="4600" b="1" dirty="0">
                <a:solidFill>
                  <a:srgbClr val="FFFFFF"/>
                </a:solidFill>
                <a:latin typeface="Cambria" pitchFamily="34" charset="0"/>
                <a:ea typeface="Cambria" pitchFamily="34" charset="-122"/>
                <a:cs typeface="Cambria" pitchFamily="34" charset="-120"/>
              </a:rPr>
              <a:t> Mahal di Wilayah </a:t>
            </a:r>
            <a:r>
              <a:rPr lang="en-US" sz="4600" b="1" dirty="0" err="1">
                <a:solidFill>
                  <a:srgbClr val="FFFFFF"/>
                </a:solidFill>
                <a:latin typeface="Cambria" pitchFamily="34" charset="0"/>
                <a:ea typeface="Cambria" pitchFamily="34" charset="-122"/>
                <a:cs typeface="Cambria" pitchFamily="34" charset="-120"/>
              </a:rPr>
              <a:t>Terpencil</a:t>
            </a:r>
            <a:endParaRPr lang="en-US" sz="4600" dirty="0"/>
          </a:p>
        </p:txBody>
      </p:sp>
      <p:sp>
        <p:nvSpPr>
          <p:cNvPr id="8" name="Text 5"/>
          <p:cNvSpPr/>
          <p:nvPr/>
        </p:nvSpPr>
        <p:spPr>
          <a:xfrm>
            <a:off x="822960" y="6035040"/>
            <a:ext cx="7315200" cy="365760"/>
          </a:xfrm>
          <a:prstGeom prst="rect">
            <a:avLst/>
          </a:prstGeom>
          <a:noFill/>
          <a:ln/>
        </p:spPr>
        <p:txBody>
          <a:bodyPr wrap="square" rtlCol="0" anchor="ctr"/>
          <a:lstStyle/>
          <a:p>
            <a:r>
              <a:rPr lang="en-US" sz="1200" i="1" dirty="0">
                <a:solidFill>
                  <a:srgbClr val="8E9BD1"/>
                </a:solidFill>
                <a:latin typeface="Calibri" pitchFamily="34" charset="0"/>
                <a:ea typeface="Calibri" pitchFamily="34" charset="-122"/>
                <a:cs typeface="Calibri" pitchFamily="34" charset="-120"/>
              </a:rPr>
              <a:t>Bootcamp Mini Project  •  SQL • Raden Maulana Akbar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761"/>
        </a:solidFill>
        <a:effectLst/>
      </p:bgPr>
    </p:bg>
    <p:spTree>
      <p:nvGrpSpPr>
        <p:cNvPr id="1" name=""/>
        <p:cNvGrpSpPr/>
        <p:nvPr/>
      </p:nvGrpSpPr>
      <p:grpSpPr>
        <a:xfrm>
          <a:off x="0" y="0"/>
          <a:ext cx="0" cy="0"/>
          <a:chOff x="0" y="0"/>
          <a:chExt cx="0" cy="0"/>
        </a:xfrm>
      </p:grpSpPr>
      <p:sp>
        <p:nvSpPr>
          <p:cNvPr id="3" name="Shape 1"/>
          <p:cNvSpPr/>
          <p:nvPr/>
        </p:nvSpPr>
        <p:spPr>
          <a:xfrm>
            <a:off x="822960" y="233979"/>
            <a:ext cx="822960" cy="822960"/>
          </a:xfrm>
          <a:prstGeom prst="ellipse">
            <a:avLst/>
          </a:prstGeom>
          <a:solidFill>
            <a:srgbClr val="F2545B"/>
          </a:solidFill>
          <a:ln/>
        </p:spPr>
      </p:sp>
      <p:pic>
        <p:nvPicPr>
          <p:cNvPr id="4" name="Image 0" descr="icon_user.png"/>
          <p:cNvPicPr>
            <a:picLocks noChangeAspect="1"/>
          </p:cNvPicPr>
          <p:nvPr/>
        </p:nvPicPr>
        <p:blipFill>
          <a:blip r:embed="rId3"/>
          <a:stretch>
            <a:fillRect/>
          </a:stretch>
        </p:blipFill>
        <p:spPr>
          <a:xfrm>
            <a:off x="1008126" y="419145"/>
            <a:ext cx="452628" cy="452628"/>
          </a:xfrm>
          <a:prstGeom prst="rect">
            <a:avLst/>
          </a:prstGeom>
        </p:spPr>
      </p:pic>
      <p:sp>
        <p:nvSpPr>
          <p:cNvPr id="5" name="Text 2"/>
          <p:cNvSpPr/>
          <p:nvPr/>
        </p:nvSpPr>
        <p:spPr>
          <a:xfrm>
            <a:off x="1920240" y="53788"/>
            <a:ext cx="9144000" cy="1005840"/>
          </a:xfrm>
          <a:prstGeom prst="rect">
            <a:avLst/>
          </a:prstGeom>
          <a:noFill/>
          <a:ln/>
        </p:spPr>
        <p:txBody>
          <a:bodyPr wrap="square"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INTRODUCTION</a:t>
            </a:r>
            <a:endParaRPr lang="en-US" sz="3800" dirty="0"/>
          </a:p>
        </p:txBody>
      </p:sp>
      <p:pic>
        <p:nvPicPr>
          <p:cNvPr id="8" name="Picture 7">
            <a:extLst>
              <a:ext uri="{FF2B5EF4-FFF2-40B4-BE49-F238E27FC236}">
                <a16:creationId xmlns:a16="http://schemas.microsoft.com/office/drawing/2014/main" id="{EEA88E6F-CD97-A232-087B-297FE918B315}"/>
              </a:ext>
            </a:extLst>
          </p:cNvPr>
          <p:cNvPicPr>
            <a:picLocks noChangeAspect="1"/>
          </p:cNvPicPr>
          <p:nvPr/>
        </p:nvPicPr>
        <p:blipFill>
          <a:blip r:embed="rId4"/>
          <a:stretch>
            <a:fillRect/>
          </a:stretch>
        </p:blipFill>
        <p:spPr>
          <a:xfrm>
            <a:off x="-1234440" y="1600200"/>
            <a:ext cx="4114800" cy="5505450"/>
          </a:xfrm>
          <a:prstGeom prst="rect">
            <a:avLst/>
          </a:prstGeom>
        </p:spPr>
      </p:pic>
      <p:sp>
        <p:nvSpPr>
          <p:cNvPr id="10" name="Text 2">
            <a:extLst>
              <a:ext uri="{FF2B5EF4-FFF2-40B4-BE49-F238E27FC236}">
                <a16:creationId xmlns:a16="http://schemas.microsoft.com/office/drawing/2014/main" id="{295511A5-53DA-ABD0-1DAF-02C84F522FFD}"/>
              </a:ext>
            </a:extLst>
          </p:cNvPr>
          <p:cNvSpPr/>
          <p:nvPr/>
        </p:nvSpPr>
        <p:spPr>
          <a:xfrm>
            <a:off x="2589903" y="2312893"/>
            <a:ext cx="6997849" cy="3926541"/>
          </a:xfrm>
          <a:prstGeom prst="rect">
            <a:avLst/>
          </a:prstGeom>
          <a:noFill/>
          <a:ln/>
        </p:spPr>
        <p:txBody>
          <a:bodyPr wrap="square" rtlCol="0" anchor="ctr"/>
          <a:lstStyle/>
          <a:p>
            <a:pPr marL="0" indent="0">
              <a:buNone/>
            </a:pPr>
            <a:r>
              <a:rPr lang="en-US" sz="1800" b="1" dirty="0">
                <a:solidFill>
                  <a:srgbClr val="1E2761"/>
                </a:solidFill>
                <a:latin typeface="Cambria" pitchFamily="34" charset="0"/>
                <a:ea typeface="Cambria" pitchFamily="34" charset="-122"/>
                <a:cs typeface="Cambria" pitchFamily="34" charset="-120"/>
              </a:rPr>
              <a:t>Self-Overview</a:t>
            </a:r>
            <a:endParaRPr lang="en-US" sz="1800" dirty="0"/>
          </a:p>
        </p:txBody>
      </p:sp>
      <p:sp>
        <p:nvSpPr>
          <p:cNvPr id="13" name="Text 2">
            <a:extLst>
              <a:ext uri="{FF2B5EF4-FFF2-40B4-BE49-F238E27FC236}">
                <a16:creationId xmlns:a16="http://schemas.microsoft.com/office/drawing/2014/main" id="{2501468D-4DD5-7C01-FBC1-4AFCABFC9C16}"/>
              </a:ext>
            </a:extLst>
          </p:cNvPr>
          <p:cNvSpPr/>
          <p:nvPr/>
        </p:nvSpPr>
        <p:spPr>
          <a:xfrm>
            <a:off x="1920240" y="1452281"/>
            <a:ext cx="2834640" cy="640080"/>
          </a:xfrm>
          <a:prstGeom prst="rect">
            <a:avLst/>
          </a:prstGeom>
          <a:noFill/>
          <a:ln/>
        </p:spPr>
        <p:txBody>
          <a:bodyPr wrap="square" rtlCol="0" anchor="ctr"/>
          <a:lstStyle/>
          <a:p>
            <a:pPr marL="0" indent="0">
              <a:buNone/>
            </a:pPr>
            <a:r>
              <a:rPr lang="en-US" sz="2800" b="1" dirty="0">
                <a:latin typeface="Cambria" pitchFamily="34" charset="0"/>
                <a:ea typeface="Cambria" pitchFamily="34" charset="-122"/>
                <a:cs typeface="Cambria" pitchFamily="34" charset="-120"/>
              </a:rPr>
              <a:t>Self-Overview</a:t>
            </a:r>
          </a:p>
          <a:p>
            <a:pPr marL="0" indent="0">
              <a:buNone/>
            </a:pPr>
            <a:endParaRPr lang="en-US" sz="2800" b="1" dirty="0">
              <a:latin typeface="Cambria" pitchFamily="34" charset="0"/>
              <a:ea typeface="Cambria" pitchFamily="34" charset="-122"/>
              <a:cs typeface="Cambria" pitchFamily="34" charset="-120"/>
            </a:endParaRPr>
          </a:p>
          <a:p>
            <a:pPr marL="0" indent="0">
              <a:buNone/>
            </a:pPr>
            <a:r>
              <a:rPr lang="en-US" sz="2800" b="1" dirty="0">
                <a:latin typeface="Cambria" pitchFamily="34" charset="0"/>
                <a:ea typeface="Cambria" pitchFamily="34" charset="-122"/>
                <a:cs typeface="Cambria" pitchFamily="34" charset="-120"/>
              </a:rPr>
              <a:t>Raden Maulana Akbar</a:t>
            </a:r>
            <a:r>
              <a:rPr lang="en-US" b="1" dirty="0">
                <a:latin typeface="Cambria" pitchFamily="34" charset="0"/>
                <a:ea typeface="Cambria" pitchFamily="34" charset="-122"/>
                <a:cs typeface="Cambria" pitchFamily="34" charset="-120"/>
              </a:rPr>
              <a:t> </a:t>
            </a:r>
            <a:endParaRPr lang="en-US" sz="1800" dirty="0"/>
          </a:p>
        </p:txBody>
      </p:sp>
      <p:sp>
        <p:nvSpPr>
          <p:cNvPr id="14" name="TextBox 13">
            <a:extLst>
              <a:ext uri="{FF2B5EF4-FFF2-40B4-BE49-F238E27FC236}">
                <a16:creationId xmlns:a16="http://schemas.microsoft.com/office/drawing/2014/main" id="{C0D7EFE0-12AC-7C8A-8C3A-339872B3DD74}"/>
              </a:ext>
            </a:extLst>
          </p:cNvPr>
          <p:cNvSpPr txBox="1"/>
          <p:nvPr/>
        </p:nvSpPr>
        <p:spPr>
          <a:xfrm>
            <a:off x="4754880" y="1863750"/>
            <a:ext cx="5959736" cy="1323439"/>
          </a:xfrm>
          <a:prstGeom prst="rect">
            <a:avLst/>
          </a:prstGeom>
          <a:noFill/>
        </p:spPr>
        <p:txBody>
          <a:bodyPr wrap="square" rtlCol="0">
            <a:spAutoFit/>
          </a:bodyPr>
          <a:lstStyle/>
          <a:p>
            <a:pPr marL="285750" indent="-285750">
              <a:buFont typeface="Arial" panose="020B0604020202020204" pitchFamily="34" charset="0"/>
              <a:buChar char="•"/>
            </a:pPr>
            <a:r>
              <a:rPr lang="en-US" sz="4000" dirty="0"/>
              <a:t>Education</a:t>
            </a:r>
          </a:p>
          <a:p>
            <a:pPr marL="742950" lvl="1" indent="-285750">
              <a:buFont typeface="Arial" panose="020B0604020202020204" pitchFamily="34" charset="0"/>
              <a:buChar char="•"/>
            </a:pPr>
            <a:r>
              <a:rPr lang="en-US" sz="4000" dirty="0"/>
              <a:t>SMAN 7 Bekasi</a:t>
            </a:r>
            <a:endParaRPr lang="en-ID" sz="4000" dirty="0"/>
          </a:p>
        </p:txBody>
      </p:sp>
      <p:sp>
        <p:nvSpPr>
          <p:cNvPr id="6" name="TextBox 5">
            <a:extLst>
              <a:ext uri="{FF2B5EF4-FFF2-40B4-BE49-F238E27FC236}">
                <a16:creationId xmlns:a16="http://schemas.microsoft.com/office/drawing/2014/main" id="{5311D2CA-88D7-5598-2F96-1FC7E1C4C4F8}"/>
              </a:ext>
            </a:extLst>
          </p:cNvPr>
          <p:cNvSpPr txBox="1"/>
          <p:nvPr/>
        </p:nvSpPr>
        <p:spPr>
          <a:xfrm>
            <a:off x="4754880" y="3691205"/>
            <a:ext cx="7132320" cy="2862322"/>
          </a:xfrm>
          <a:prstGeom prst="rect">
            <a:avLst/>
          </a:prstGeom>
          <a:noFill/>
        </p:spPr>
        <p:txBody>
          <a:bodyPr wrap="square" rtlCol="0">
            <a:spAutoFit/>
          </a:bodyPr>
          <a:lstStyle/>
          <a:p>
            <a:pPr marL="285750" indent="-285750">
              <a:buFont typeface="Arial" panose="020B0604020202020204" pitchFamily="34" charset="0"/>
              <a:buChar char="•"/>
            </a:pPr>
            <a:r>
              <a:rPr lang="en-US" sz="4000" dirty="0"/>
              <a:t>Project</a:t>
            </a:r>
          </a:p>
          <a:p>
            <a:pPr marL="742950" lvl="1" indent="-285750">
              <a:buFont typeface="Arial" panose="020B0604020202020204" pitchFamily="34" charset="0"/>
              <a:buChar char="•"/>
            </a:pPr>
            <a:r>
              <a:rPr lang="en-US" sz="2000" dirty="0"/>
              <a:t>Employee Attrition &amp; High-Performance Loss Analysis</a:t>
            </a:r>
          </a:p>
          <a:p>
            <a:pPr marL="742950" lvl="1" indent="-285750">
              <a:buFont typeface="Arial" panose="020B0604020202020204" pitchFamily="34" charset="0"/>
              <a:buChar char="•"/>
            </a:pPr>
            <a:r>
              <a:rPr lang="en-US" sz="2000" dirty="0" err="1"/>
              <a:t>Analisis</a:t>
            </a:r>
            <a:r>
              <a:rPr lang="en-US" sz="2000" dirty="0"/>
              <a:t> Jenis </a:t>
            </a:r>
            <a:r>
              <a:rPr lang="en-US" sz="2000" dirty="0" err="1"/>
              <a:t>Produk</a:t>
            </a:r>
            <a:r>
              <a:rPr lang="en-US" sz="2000" dirty="0"/>
              <a:t> dan </a:t>
            </a:r>
            <a:r>
              <a:rPr lang="en-US" sz="2000" dirty="0" err="1"/>
              <a:t>Visibilitas</a:t>
            </a:r>
            <a:r>
              <a:rPr lang="en-US" sz="2000" dirty="0"/>
              <a:t> Ruang </a:t>
            </a:r>
            <a:r>
              <a:rPr lang="en-US" sz="2000" dirty="0" err="1"/>
              <a:t>Pajang</a:t>
            </a:r>
            <a:r>
              <a:rPr lang="en-US" sz="2000" dirty="0"/>
              <a:t> </a:t>
            </a:r>
            <a:r>
              <a:rPr lang="en-US" sz="2000" dirty="0" err="1"/>
              <a:t>Terhadap</a:t>
            </a:r>
            <a:r>
              <a:rPr lang="en-US" sz="2000" dirty="0"/>
              <a:t> </a:t>
            </a:r>
            <a:r>
              <a:rPr lang="en-US" sz="2000" dirty="0" err="1"/>
              <a:t>Penjualan</a:t>
            </a:r>
            <a:r>
              <a:rPr lang="en-US" sz="2000" dirty="0"/>
              <a:t> </a:t>
            </a:r>
            <a:r>
              <a:rPr lang="en-US" sz="2000" dirty="0" err="1"/>
              <a:t>Ritel</a:t>
            </a:r>
            <a:endParaRPr lang="en-US" sz="2000" dirty="0"/>
          </a:p>
          <a:p>
            <a:pPr marL="742950" lvl="1" indent="-285750">
              <a:buFont typeface="Arial" panose="020B0604020202020204" pitchFamily="34" charset="0"/>
              <a:buChar char="•"/>
            </a:pPr>
            <a:r>
              <a:rPr lang="en-US" sz="2000" dirty="0" err="1"/>
              <a:t>Analisis</a:t>
            </a:r>
            <a:r>
              <a:rPr lang="en-US" sz="2000" dirty="0"/>
              <a:t> </a:t>
            </a:r>
            <a:r>
              <a:rPr lang="en-US" sz="2000" dirty="0" err="1"/>
              <a:t>Pengaruh</a:t>
            </a:r>
            <a:r>
              <a:rPr lang="en-US" sz="2000" dirty="0"/>
              <a:t> Harga retail dan </a:t>
            </a:r>
            <a:r>
              <a:rPr lang="en-US" sz="2000" dirty="0" err="1"/>
              <a:t>Tipe</a:t>
            </a:r>
            <a:r>
              <a:rPr lang="en-US" sz="2000" dirty="0"/>
              <a:t> Outlet </a:t>
            </a:r>
            <a:r>
              <a:rPr lang="en-US" sz="2000" dirty="0" err="1"/>
              <a:t>Terhadap</a:t>
            </a:r>
            <a:r>
              <a:rPr lang="en-US" sz="2000" dirty="0"/>
              <a:t> </a:t>
            </a:r>
            <a:r>
              <a:rPr lang="en-US" sz="2000" dirty="0" err="1"/>
              <a:t>Pendapatan</a:t>
            </a:r>
            <a:r>
              <a:rPr lang="en-US" sz="2000" dirty="0"/>
              <a:t> </a:t>
            </a:r>
            <a:r>
              <a:rPr lang="en-US" sz="2000" dirty="0" err="1"/>
              <a:t>Penjualan</a:t>
            </a:r>
            <a:r>
              <a:rPr lang="en-US" sz="2000" dirty="0"/>
              <a:t> </a:t>
            </a:r>
            <a:r>
              <a:rPr lang="en-US" sz="2000" dirty="0" err="1"/>
              <a:t>Ritel</a:t>
            </a:r>
            <a:endParaRPr lang="en-US" sz="2000" dirty="0"/>
          </a:p>
          <a:p>
            <a:pPr marL="742950" lvl="1" indent="-285750">
              <a:buFont typeface="Arial" panose="020B0604020202020204" pitchFamily="34" charset="0"/>
              <a:buChar char="•"/>
            </a:pPr>
            <a:endParaRPr lang="en-US" sz="2000" dirty="0"/>
          </a:p>
          <a:p>
            <a:pPr marL="742950" lvl="1" indent="-285750">
              <a:buFont typeface="Arial" panose="020B0604020202020204" pitchFamily="34" charset="0"/>
              <a:buChar char="•"/>
            </a:pP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F4501-2369-A1BF-0380-C88F82A08427}"/>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D09742C9-149B-E009-1A4E-8DA765498B3B}"/>
              </a:ext>
            </a:extLst>
          </p:cNvPr>
          <p:cNvSpPr/>
          <p:nvPr/>
        </p:nvSpPr>
        <p:spPr>
          <a:xfrm>
            <a:off x="22107" y="26826"/>
            <a:ext cx="12192000" cy="6831173"/>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 name="Text 0">
            <a:extLst>
              <a:ext uri="{FF2B5EF4-FFF2-40B4-BE49-F238E27FC236}">
                <a16:creationId xmlns:a16="http://schemas.microsoft.com/office/drawing/2014/main" id="{34E7B578-C5D0-14CB-424B-8F0F48A4513B}"/>
              </a:ext>
            </a:extLst>
          </p:cNvPr>
          <p:cNvSpPr/>
          <p:nvPr/>
        </p:nvSpPr>
        <p:spPr>
          <a:xfrm>
            <a:off x="548640" y="411480"/>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Table of Content</a:t>
            </a:r>
            <a:endParaRPr lang="en-US" sz="2800" dirty="0"/>
          </a:p>
        </p:txBody>
      </p:sp>
      <p:sp>
        <p:nvSpPr>
          <p:cNvPr id="21" name="Text 18">
            <a:extLst>
              <a:ext uri="{FF2B5EF4-FFF2-40B4-BE49-F238E27FC236}">
                <a16:creationId xmlns:a16="http://schemas.microsoft.com/office/drawing/2014/main" id="{FC7CA5C6-F462-8852-1803-7844510400AF}"/>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7</a:t>
            </a:r>
            <a:endParaRPr lang="en-US" sz="850" dirty="0"/>
          </a:p>
        </p:txBody>
      </p:sp>
      <p:sp>
        <p:nvSpPr>
          <p:cNvPr id="12" name="Text 0">
            <a:extLst>
              <a:ext uri="{FF2B5EF4-FFF2-40B4-BE49-F238E27FC236}">
                <a16:creationId xmlns:a16="http://schemas.microsoft.com/office/drawing/2014/main" id="{7458EB56-018A-813B-0FFE-5AA5789A6B8E}"/>
              </a:ext>
            </a:extLst>
          </p:cNvPr>
          <p:cNvSpPr/>
          <p:nvPr/>
        </p:nvSpPr>
        <p:spPr>
          <a:xfrm>
            <a:off x="2133295" y="1790320"/>
            <a:ext cx="9144000" cy="4976240"/>
          </a:xfrm>
          <a:prstGeom prst="rect">
            <a:avLst/>
          </a:prstGeom>
          <a:noFill/>
          <a:ln/>
        </p:spPr>
        <p:txBody>
          <a:bodyPr wrap="square" rtlCol="0" anchor="ctr"/>
          <a:lstStyle/>
          <a:p>
            <a:pPr marL="457200" indent="-457200">
              <a:lnSpc>
                <a:spcPct val="150000"/>
              </a:lnSpc>
              <a:buFont typeface="Arial" panose="020B0604020202020204" pitchFamily="34" charset="0"/>
              <a:buChar char="•"/>
            </a:pPr>
            <a:r>
              <a:rPr lang="en-US" sz="2800" b="1" dirty="0">
                <a:solidFill>
                  <a:srgbClr val="1E2761"/>
                </a:solidFill>
                <a:latin typeface="Cambria" pitchFamily="34" charset="0"/>
                <a:ea typeface="Cambria" pitchFamily="34" charset="-122"/>
              </a:rPr>
              <a:t>INTRODUCTION</a:t>
            </a:r>
          </a:p>
          <a:p>
            <a:pPr marL="914400" lvl="1" indent="-457200">
              <a:lnSpc>
                <a:spcPct val="150000"/>
              </a:lnSpc>
              <a:buFont typeface="Arial" panose="020B0604020202020204" pitchFamily="34" charset="0"/>
              <a:buChar char="•"/>
            </a:pPr>
            <a:r>
              <a:rPr lang="en-US" sz="2800" b="1" dirty="0">
                <a:solidFill>
                  <a:srgbClr val="1E2761"/>
                </a:solidFill>
                <a:latin typeface="Cambria" pitchFamily="34" charset="0"/>
                <a:ea typeface="Cambria" pitchFamily="34" charset="-122"/>
              </a:rPr>
              <a:t>PROBLEM OVERVIEW</a:t>
            </a:r>
          </a:p>
          <a:p>
            <a:pPr marL="1371600" lvl="2" indent="-457200">
              <a:lnSpc>
                <a:spcPct val="150000"/>
              </a:lnSpc>
              <a:buFont typeface="Arial" panose="020B0604020202020204" pitchFamily="34" charset="0"/>
              <a:buChar char="•"/>
            </a:pPr>
            <a:r>
              <a:rPr lang="en-US" sz="2800" b="1" dirty="0">
                <a:solidFill>
                  <a:srgbClr val="1E2761"/>
                </a:solidFill>
                <a:latin typeface="Cambria" pitchFamily="34" charset="0"/>
                <a:ea typeface="Cambria" pitchFamily="34" charset="-122"/>
              </a:rPr>
              <a:t>DATA EXPLORATION</a:t>
            </a:r>
          </a:p>
          <a:p>
            <a:pPr marL="1828800" lvl="3" indent="-457200">
              <a:lnSpc>
                <a:spcPct val="150000"/>
              </a:lnSpc>
              <a:buFont typeface="Arial" panose="020B0604020202020204" pitchFamily="34" charset="0"/>
              <a:buChar char="•"/>
            </a:pPr>
            <a:r>
              <a:rPr lang="en-US" sz="2800" b="1" dirty="0">
                <a:solidFill>
                  <a:srgbClr val="1E2761"/>
                </a:solidFill>
                <a:latin typeface="Cambria" pitchFamily="34" charset="0"/>
                <a:ea typeface="Cambria" pitchFamily="34" charset="-122"/>
              </a:rPr>
              <a:t>DATA CLEANING</a:t>
            </a:r>
          </a:p>
          <a:p>
            <a:pPr marL="2286000" lvl="4" indent="-457200">
              <a:lnSpc>
                <a:spcPct val="150000"/>
              </a:lnSpc>
              <a:buFont typeface="Arial" panose="020B0604020202020204" pitchFamily="34" charset="0"/>
              <a:buChar char="•"/>
            </a:pPr>
            <a:r>
              <a:rPr lang="en-US" sz="2800" b="1" dirty="0">
                <a:solidFill>
                  <a:srgbClr val="1E2761"/>
                </a:solidFill>
                <a:latin typeface="Cambria" pitchFamily="34" charset="0"/>
                <a:ea typeface="Cambria" pitchFamily="34" charset="-122"/>
              </a:rPr>
              <a:t>DATA MANIPULATION</a:t>
            </a:r>
          </a:p>
          <a:p>
            <a:pPr marL="2743200" lvl="5" indent="-457200">
              <a:lnSpc>
                <a:spcPct val="150000"/>
              </a:lnSpc>
              <a:buFont typeface="Arial" panose="020B0604020202020204" pitchFamily="34" charset="0"/>
              <a:buChar char="•"/>
            </a:pPr>
            <a:r>
              <a:rPr lang="en-US" sz="2800" b="1" dirty="0">
                <a:solidFill>
                  <a:srgbClr val="1E2761"/>
                </a:solidFill>
                <a:latin typeface="Cambria" pitchFamily="34" charset="0"/>
                <a:ea typeface="Cambria" pitchFamily="34" charset="-122"/>
              </a:rPr>
              <a:t>HASIL ANALISA</a:t>
            </a:r>
          </a:p>
          <a:p>
            <a:pPr marL="3200400" lvl="6" indent="-457200">
              <a:lnSpc>
                <a:spcPct val="150000"/>
              </a:lnSpc>
              <a:buFont typeface="Arial" panose="020B0604020202020204" pitchFamily="34" charset="0"/>
              <a:buChar char="•"/>
            </a:pPr>
            <a:r>
              <a:rPr lang="en-US" sz="2800" b="1" dirty="0">
                <a:solidFill>
                  <a:srgbClr val="1E2761"/>
                </a:solidFill>
                <a:latin typeface="Cambria" pitchFamily="34" charset="0"/>
                <a:ea typeface="Cambria" pitchFamily="34" charset="-122"/>
              </a:rPr>
              <a:t>REKOMENDASI BISNIS</a:t>
            </a:r>
          </a:p>
          <a:p>
            <a:pPr marL="457200" indent="-457200">
              <a:buFont typeface="Arial" panose="020B0604020202020204" pitchFamily="34" charset="0"/>
              <a:buChar char="•"/>
            </a:pPr>
            <a:endParaRPr lang="en-US" sz="2800" b="1" dirty="0">
              <a:solidFill>
                <a:srgbClr val="1E2761"/>
              </a:solidFill>
              <a:latin typeface="Cambria" pitchFamily="34" charset="0"/>
              <a:ea typeface="Cambria" pitchFamily="34" charset="-122"/>
            </a:endParaRPr>
          </a:p>
          <a:p>
            <a:pPr marL="457200" indent="-457200">
              <a:buFont typeface="Arial" panose="020B0604020202020204" pitchFamily="34" charset="0"/>
              <a:buChar char="•"/>
            </a:pPr>
            <a:endParaRPr lang="en-US" sz="2800" b="1" dirty="0">
              <a:solidFill>
                <a:srgbClr val="1E2761"/>
              </a:solidFill>
              <a:latin typeface="Cambria" pitchFamily="34" charset="0"/>
              <a:ea typeface="Cambria" pitchFamily="34" charset="-122"/>
            </a:endParaRPr>
          </a:p>
          <a:p>
            <a:pPr marL="457200" indent="-457200">
              <a:buFont typeface="Arial" panose="020B0604020202020204" pitchFamily="34" charset="0"/>
              <a:buChar char="•"/>
            </a:pPr>
            <a:endParaRPr lang="en-US" sz="2800" dirty="0">
              <a:solidFill>
                <a:schemeClr val="tx2">
                  <a:lumMod val="50000"/>
                </a:schemeClr>
              </a:solidFill>
            </a:endParaRPr>
          </a:p>
        </p:txBody>
      </p:sp>
    </p:spTree>
    <p:extLst>
      <p:ext uri="{BB962C8B-B14F-4D97-AF65-F5344CB8AC3E}">
        <p14:creationId xmlns:p14="http://schemas.microsoft.com/office/powerpoint/2010/main" val="27429229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7">
    <p:bg>
      <p:bgPr>
        <a:solidFill>
          <a:srgbClr val="F5F7FC"/>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Problem Statement</a:t>
            </a:r>
            <a:endParaRPr lang="en-US" sz="2800" dirty="0"/>
          </a:p>
        </p:txBody>
      </p:sp>
      <p:sp>
        <p:nvSpPr>
          <p:cNvPr id="3" name="Shape 1"/>
          <p:cNvSpPr/>
          <p:nvPr/>
        </p:nvSpPr>
        <p:spPr>
          <a:xfrm>
            <a:off x="548640" y="1371600"/>
            <a:ext cx="777240" cy="777240"/>
          </a:xfrm>
          <a:prstGeom prst="ellipse">
            <a:avLst/>
          </a:prstGeom>
          <a:solidFill>
            <a:srgbClr val="1E2761"/>
          </a:solidFill>
          <a:ln/>
        </p:spPr>
      </p:sp>
      <p:pic>
        <p:nvPicPr>
          <p:cNvPr id="4" name="Image 0" descr="icon_question.png"/>
          <p:cNvPicPr>
            <a:picLocks noChangeAspect="1"/>
          </p:cNvPicPr>
          <p:nvPr/>
        </p:nvPicPr>
        <p:blipFill>
          <a:blip r:embed="rId3"/>
          <a:stretch>
            <a:fillRect/>
          </a:stretch>
        </p:blipFill>
        <p:spPr>
          <a:xfrm>
            <a:off x="723519" y="1546479"/>
            <a:ext cx="427482" cy="427482"/>
          </a:xfrm>
          <a:prstGeom prst="rect">
            <a:avLst/>
          </a:prstGeom>
        </p:spPr>
      </p:pic>
      <p:sp>
        <p:nvSpPr>
          <p:cNvPr id="5" name="Text 2"/>
          <p:cNvSpPr/>
          <p:nvPr/>
        </p:nvSpPr>
        <p:spPr>
          <a:xfrm>
            <a:off x="1508760" y="1371600"/>
            <a:ext cx="7315200" cy="777240"/>
          </a:xfrm>
          <a:prstGeom prst="rect">
            <a:avLst/>
          </a:prstGeom>
          <a:noFill/>
          <a:ln/>
        </p:spPr>
        <p:txBody>
          <a:bodyPr wrap="square" rtlCol="0" anchor="ctr"/>
          <a:lstStyle/>
          <a:p>
            <a:r>
              <a:rPr lang="en-US" b="1" dirty="0" err="1">
                <a:solidFill>
                  <a:srgbClr val="1E2761"/>
                </a:solidFill>
                <a:latin typeface="Cambria" pitchFamily="34" charset="0"/>
                <a:ea typeface="Cambria" pitchFamily="34" charset="-122"/>
                <a:cs typeface="Cambria" pitchFamily="34" charset="-120"/>
              </a:rPr>
              <a:t>Analisis</a:t>
            </a:r>
            <a:r>
              <a:rPr lang="en-US" b="1" dirty="0">
                <a:solidFill>
                  <a:srgbClr val="1E2761"/>
                </a:solidFill>
                <a:latin typeface="Cambria" pitchFamily="34" charset="0"/>
                <a:ea typeface="Cambria" pitchFamily="34" charset="-122"/>
                <a:cs typeface="Cambria" pitchFamily="34" charset="-120"/>
              </a:rPr>
              <a:t> </a:t>
            </a:r>
            <a:r>
              <a:rPr lang="en-US" b="1" dirty="0" err="1">
                <a:solidFill>
                  <a:srgbClr val="1E2761"/>
                </a:solidFill>
                <a:latin typeface="Cambria" pitchFamily="34" charset="0"/>
                <a:ea typeface="Cambria" pitchFamily="34" charset="-122"/>
                <a:cs typeface="Cambria" pitchFamily="34" charset="-120"/>
              </a:rPr>
              <a:t>Biaya</a:t>
            </a:r>
            <a:r>
              <a:rPr lang="en-US" b="1" dirty="0">
                <a:solidFill>
                  <a:srgbClr val="1E2761"/>
                </a:solidFill>
                <a:latin typeface="Cambria" pitchFamily="34" charset="0"/>
                <a:ea typeface="Cambria" pitchFamily="34" charset="-122"/>
                <a:cs typeface="Cambria" pitchFamily="34" charset="-120"/>
              </a:rPr>
              <a:t> </a:t>
            </a:r>
            <a:r>
              <a:rPr lang="en-US" b="1" dirty="0" err="1">
                <a:solidFill>
                  <a:srgbClr val="1E2761"/>
                </a:solidFill>
                <a:latin typeface="Cambria" pitchFamily="34" charset="0"/>
                <a:ea typeface="Cambria" pitchFamily="34" charset="-122"/>
                <a:cs typeface="Cambria" pitchFamily="34" charset="-120"/>
              </a:rPr>
              <a:t>Pengiriman</a:t>
            </a:r>
            <a:r>
              <a:rPr lang="en-US" b="1" dirty="0">
                <a:solidFill>
                  <a:srgbClr val="1E2761"/>
                </a:solidFill>
                <a:latin typeface="Cambria" pitchFamily="34" charset="0"/>
                <a:ea typeface="Cambria" pitchFamily="34" charset="-122"/>
                <a:cs typeface="Cambria" pitchFamily="34" charset="-120"/>
              </a:rPr>
              <a:t> E-Commerce: Strategi </a:t>
            </a:r>
            <a:r>
              <a:rPr lang="en-US" b="1" dirty="0" err="1">
                <a:solidFill>
                  <a:srgbClr val="1E2761"/>
                </a:solidFill>
                <a:latin typeface="Cambria" pitchFamily="34" charset="0"/>
                <a:ea typeface="Cambria" pitchFamily="34" charset="-122"/>
                <a:cs typeface="Cambria" pitchFamily="34" charset="-120"/>
              </a:rPr>
              <a:t>Menekan</a:t>
            </a:r>
            <a:r>
              <a:rPr lang="en-US" b="1" dirty="0">
                <a:solidFill>
                  <a:srgbClr val="1E2761"/>
                </a:solidFill>
                <a:latin typeface="Cambria" pitchFamily="34" charset="0"/>
                <a:ea typeface="Cambria" pitchFamily="34" charset="-122"/>
                <a:cs typeface="Cambria" pitchFamily="34" charset="-120"/>
              </a:rPr>
              <a:t> </a:t>
            </a:r>
            <a:r>
              <a:rPr lang="en-US" b="1" dirty="0" err="1">
                <a:solidFill>
                  <a:srgbClr val="1E2761"/>
                </a:solidFill>
                <a:latin typeface="Cambria" pitchFamily="34" charset="0"/>
                <a:ea typeface="Cambria" pitchFamily="34" charset="-122"/>
                <a:cs typeface="Cambria" pitchFamily="34" charset="-120"/>
              </a:rPr>
              <a:t>Ongkir</a:t>
            </a:r>
            <a:r>
              <a:rPr lang="en-US" b="1" dirty="0">
                <a:solidFill>
                  <a:srgbClr val="1E2761"/>
                </a:solidFill>
                <a:latin typeface="Cambria" pitchFamily="34" charset="0"/>
                <a:ea typeface="Cambria" pitchFamily="34" charset="-122"/>
                <a:cs typeface="Cambria" pitchFamily="34" charset="-120"/>
              </a:rPr>
              <a:t> Mahal di Wilayah </a:t>
            </a:r>
            <a:r>
              <a:rPr lang="en-US" b="1" dirty="0" err="1">
                <a:solidFill>
                  <a:srgbClr val="1E2761"/>
                </a:solidFill>
                <a:latin typeface="Cambria" pitchFamily="34" charset="0"/>
                <a:ea typeface="Cambria" pitchFamily="34" charset="-122"/>
                <a:cs typeface="Cambria" pitchFamily="34" charset="-120"/>
              </a:rPr>
              <a:t>Terpencil</a:t>
            </a:r>
            <a:endParaRPr lang="en-US" b="1" dirty="0">
              <a:solidFill>
                <a:srgbClr val="1E2761"/>
              </a:solidFill>
              <a:latin typeface="Cambria" pitchFamily="34" charset="0"/>
              <a:ea typeface="Cambria" pitchFamily="34" charset="-122"/>
              <a:cs typeface="Cambria" pitchFamily="34" charset="-120"/>
            </a:endParaRPr>
          </a:p>
        </p:txBody>
      </p:sp>
      <p:sp>
        <p:nvSpPr>
          <p:cNvPr id="6" name="Shape 3"/>
          <p:cNvSpPr/>
          <p:nvPr/>
        </p:nvSpPr>
        <p:spPr>
          <a:xfrm>
            <a:off x="670255" y="2386853"/>
            <a:ext cx="11064240" cy="1939066"/>
          </a:xfrm>
          <a:prstGeom prst="roundRect">
            <a:avLst>
              <a:gd name="adj" fmla="val 6250"/>
            </a:avLst>
          </a:prstGeom>
          <a:solidFill>
            <a:srgbClr val="1E2761"/>
          </a:solidFill>
          <a:ln/>
        </p:spPr>
      </p:sp>
      <p:sp>
        <p:nvSpPr>
          <p:cNvPr id="7" name="Text 4"/>
          <p:cNvSpPr/>
          <p:nvPr/>
        </p:nvSpPr>
        <p:spPr>
          <a:xfrm>
            <a:off x="914400" y="2624866"/>
            <a:ext cx="10332720" cy="1463040"/>
          </a:xfrm>
          <a:prstGeom prst="rect">
            <a:avLst/>
          </a:prstGeom>
          <a:noFill/>
          <a:ln/>
        </p:spPr>
        <p:txBody>
          <a:bodyPr wrap="square" rtlCol="0" anchor="ctr"/>
          <a:lstStyle/>
          <a:p>
            <a:pPr marL="0" indent="0" algn="ctr">
              <a:lnSpc>
                <a:spcPts val="2200"/>
              </a:lnSpc>
              <a:buNone/>
            </a:pPr>
            <a:r>
              <a:rPr lang="en-US" sz="1600" i="1" dirty="0" err="1">
                <a:solidFill>
                  <a:srgbClr val="FFFFFF"/>
                </a:solidFill>
                <a:latin typeface="Calibri" pitchFamily="34" charset="0"/>
                <a:ea typeface="Calibri" pitchFamily="34" charset="-122"/>
                <a:cs typeface="Calibri" pitchFamily="34" charset="-120"/>
              </a:rPr>
              <a:t>Dalam</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industri</a:t>
            </a:r>
            <a:r>
              <a:rPr lang="en-US" sz="1600" i="1" dirty="0">
                <a:solidFill>
                  <a:srgbClr val="FFFFFF"/>
                </a:solidFill>
                <a:latin typeface="Calibri" pitchFamily="34" charset="0"/>
                <a:ea typeface="Calibri" pitchFamily="34" charset="-122"/>
                <a:cs typeface="Calibri" pitchFamily="34" charset="-120"/>
              </a:rPr>
              <a:t> e-commerce, </a:t>
            </a:r>
            <a:r>
              <a:rPr lang="en-US" sz="1600" i="1" dirty="0" err="1">
                <a:solidFill>
                  <a:srgbClr val="FFFFFF"/>
                </a:solidFill>
                <a:latin typeface="Calibri" pitchFamily="34" charset="0"/>
                <a:ea typeface="Calibri" pitchFamily="34" charset="-122"/>
                <a:cs typeface="Calibri" pitchFamily="34" charset="-120"/>
              </a:rPr>
              <a:t>ketimpangan</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biaya</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pengiriman</a:t>
            </a:r>
            <a:r>
              <a:rPr lang="en-US" sz="1600" i="1" dirty="0">
                <a:solidFill>
                  <a:srgbClr val="FFFFFF"/>
                </a:solidFill>
                <a:latin typeface="Calibri" pitchFamily="34" charset="0"/>
                <a:ea typeface="Calibri" pitchFamily="34" charset="-122"/>
                <a:cs typeface="Calibri" pitchFamily="34" charset="-120"/>
              </a:rPr>
              <a:t> (freight value disparity) </a:t>
            </a:r>
            <a:r>
              <a:rPr lang="en-US" sz="1600" i="1" dirty="0" err="1">
                <a:solidFill>
                  <a:srgbClr val="FFFFFF"/>
                </a:solidFill>
                <a:latin typeface="Calibri" pitchFamily="34" charset="0"/>
                <a:ea typeface="Calibri" pitchFamily="34" charset="-122"/>
                <a:cs typeface="Calibri" pitchFamily="34" charset="-120"/>
              </a:rPr>
              <a:t>ke</a:t>
            </a:r>
            <a:r>
              <a:rPr lang="en-US" sz="1600" i="1" dirty="0">
                <a:solidFill>
                  <a:srgbClr val="FFFFFF"/>
                </a:solidFill>
                <a:latin typeface="Calibri" pitchFamily="34" charset="0"/>
                <a:ea typeface="Calibri" pitchFamily="34" charset="-122"/>
                <a:cs typeface="Calibri" pitchFamily="34" charset="-120"/>
              </a:rPr>
              <a:t> wilayah </a:t>
            </a:r>
            <a:r>
              <a:rPr lang="en-US" sz="1600" i="1" dirty="0" err="1">
                <a:solidFill>
                  <a:srgbClr val="FFFFFF"/>
                </a:solidFill>
                <a:latin typeface="Calibri" pitchFamily="34" charset="0"/>
                <a:ea typeface="Calibri" pitchFamily="34" charset="-122"/>
                <a:cs typeface="Calibri" pitchFamily="34" charset="-120"/>
              </a:rPr>
              <a:t>terpencil</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sering</a:t>
            </a:r>
            <a:r>
              <a:rPr lang="en-US" sz="1600" i="1" dirty="0">
                <a:solidFill>
                  <a:srgbClr val="FFFFFF"/>
                </a:solidFill>
                <a:latin typeface="Calibri" pitchFamily="34" charset="0"/>
                <a:ea typeface="Calibri" pitchFamily="34" charset="-122"/>
                <a:cs typeface="Calibri" pitchFamily="34" charset="-120"/>
              </a:rPr>
              <a:t> kali </a:t>
            </a:r>
            <a:r>
              <a:rPr lang="en-US" sz="1600" i="1" dirty="0" err="1">
                <a:solidFill>
                  <a:srgbClr val="FFFFFF"/>
                </a:solidFill>
                <a:latin typeface="Calibri" pitchFamily="34" charset="0"/>
                <a:ea typeface="Calibri" pitchFamily="34" charset="-122"/>
                <a:cs typeface="Calibri" pitchFamily="34" charset="-120"/>
              </a:rPr>
              <a:t>menjadi</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hambatan</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utama</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dalam</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ekspansi</a:t>
            </a:r>
            <a:r>
              <a:rPr lang="en-US" sz="1600" i="1" dirty="0">
                <a:solidFill>
                  <a:srgbClr val="FFFFFF"/>
                </a:solidFill>
                <a:latin typeface="Calibri" pitchFamily="34" charset="0"/>
                <a:ea typeface="Calibri" pitchFamily="34" charset="-122"/>
                <a:cs typeface="Calibri" pitchFamily="34" charset="-120"/>
              </a:rPr>
              <a:t> pasar dan </a:t>
            </a:r>
            <a:r>
              <a:rPr lang="en-US" sz="1600" i="1" dirty="0" err="1">
                <a:solidFill>
                  <a:srgbClr val="FFFFFF"/>
                </a:solidFill>
                <a:latin typeface="Calibri" pitchFamily="34" charset="0"/>
                <a:ea typeface="Calibri" pitchFamily="34" charset="-122"/>
                <a:cs typeface="Calibri" pitchFamily="34" charset="-120"/>
              </a:rPr>
              <a:t>retensi</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pelanggan</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Tingginya</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ongkos</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kirim</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ke</a:t>
            </a:r>
            <a:r>
              <a:rPr lang="en-US" sz="1600" i="1" dirty="0">
                <a:solidFill>
                  <a:srgbClr val="FFFFFF"/>
                </a:solidFill>
                <a:latin typeface="Calibri" pitchFamily="34" charset="0"/>
                <a:ea typeface="Calibri" pitchFamily="34" charset="-122"/>
                <a:cs typeface="Calibri" pitchFamily="34" charset="-120"/>
              </a:rPr>
              <a:t> area non-metropolitan </a:t>
            </a:r>
            <a:r>
              <a:rPr lang="en-US" sz="1600" i="1" dirty="0" err="1">
                <a:solidFill>
                  <a:srgbClr val="FFFFFF"/>
                </a:solidFill>
                <a:latin typeface="Calibri" pitchFamily="34" charset="0"/>
                <a:ea typeface="Calibri" pitchFamily="34" charset="-122"/>
                <a:cs typeface="Calibri" pitchFamily="34" charset="-120"/>
              </a:rPr>
              <a:t>sering</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dianggap</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disebabkan</a:t>
            </a:r>
            <a:r>
              <a:rPr lang="en-US" sz="1600" i="1" dirty="0">
                <a:solidFill>
                  <a:srgbClr val="FFFFFF"/>
                </a:solidFill>
                <a:latin typeface="Calibri" pitchFamily="34" charset="0"/>
                <a:ea typeface="Calibri" pitchFamily="34" charset="-122"/>
                <a:cs typeface="Calibri" pitchFamily="34" charset="-120"/>
              </a:rPr>
              <a:t> oleh </a:t>
            </a:r>
            <a:r>
              <a:rPr lang="en-US" sz="1600" i="1" dirty="0" err="1">
                <a:solidFill>
                  <a:srgbClr val="FFFFFF"/>
                </a:solidFill>
                <a:latin typeface="Calibri" pitchFamily="34" charset="0"/>
                <a:ea typeface="Calibri" pitchFamily="34" charset="-122"/>
                <a:cs typeface="Calibri" pitchFamily="34" charset="-120"/>
              </a:rPr>
              <a:t>berat</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atau</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dimensi</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barang</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padahal</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jarak</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geografis</a:t>
            </a:r>
            <a:r>
              <a:rPr lang="en-US" sz="1600" i="1" dirty="0">
                <a:solidFill>
                  <a:srgbClr val="FFFFFF"/>
                </a:solidFill>
                <a:latin typeface="Calibri" pitchFamily="34" charset="0"/>
                <a:ea typeface="Calibri" pitchFamily="34" charset="-122"/>
                <a:cs typeface="Calibri" pitchFamily="34" charset="-120"/>
              </a:rPr>
              <a:t> dan </a:t>
            </a:r>
            <a:r>
              <a:rPr lang="en-US" sz="1600" i="1" dirty="0" err="1">
                <a:solidFill>
                  <a:srgbClr val="FFFFFF"/>
                </a:solidFill>
                <a:latin typeface="Calibri" pitchFamily="34" charset="0"/>
                <a:ea typeface="Calibri" pitchFamily="34" charset="-122"/>
                <a:cs typeface="Calibri" pitchFamily="34" charset="-120"/>
              </a:rPr>
              <a:t>ketiadaan</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pasokan</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lokal</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merupakan</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pemicu</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utamanya</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Analisis</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ini</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bertujuan</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untuk</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mengidentifikasi</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pola</a:t>
            </a:r>
            <a:r>
              <a:rPr lang="en-US" sz="1600" i="1" dirty="0">
                <a:solidFill>
                  <a:srgbClr val="FFFFFF"/>
                </a:solidFill>
                <a:latin typeface="Calibri" pitchFamily="34" charset="0"/>
                <a:ea typeface="Calibri" pitchFamily="34" charset="-122"/>
                <a:cs typeface="Calibri" pitchFamily="34" charset="-120"/>
              </a:rPr>
              <a:t> outlier pada </a:t>
            </a:r>
            <a:r>
              <a:rPr lang="en-US" sz="1600" i="1" dirty="0" err="1">
                <a:solidFill>
                  <a:srgbClr val="FFFFFF"/>
                </a:solidFill>
                <a:latin typeface="Calibri" pitchFamily="34" charset="0"/>
                <a:ea typeface="Calibri" pitchFamily="34" charset="-122"/>
                <a:cs typeface="Calibri" pitchFamily="34" charset="-120"/>
              </a:rPr>
              <a:t>biaya</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pengiriman</a:t>
            </a:r>
            <a:r>
              <a:rPr lang="en-US" sz="1600" i="1" dirty="0">
                <a:solidFill>
                  <a:srgbClr val="FFFFFF"/>
                </a:solidFill>
                <a:latin typeface="Calibri" pitchFamily="34" charset="0"/>
                <a:ea typeface="Calibri" pitchFamily="34" charset="-122"/>
                <a:cs typeface="Calibri" pitchFamily="34" charset="-120"/>
              </a:rPr>
              <a:t> e-commerce, </a:t>
            </a:r>
            <a:r>
              <a:rPr lang="en-US" sz="1600" i="1" dirty="0" err="1">
                <a:solidFill>
                  <a:srgbClr val="FFFFFF"/>
                </a:solidFill>
                <a:latin typeface="Calibri" pitchFamily="34" charset="0"/>
                <a:ea typeface="Calibri" pitchFamily="34" charset="-122"/>
                <a:cs typeface="Calibri" pitchFamily="34" charset="-120"/>
              </a:rPr>
              <a:t>mengisolasi</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faktor</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penyebab</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utama</a:t>
            </a:r>
            <a:r>
              <a:rPr lang="en-US" sz="1600" i="1" dirty="0">
                <a:solidFill>
                  <a:srgbClr val="FFFFFF"/>
                </a:solidFill>
                <a:latin typeface="Calibri" pitchFamily="34" charset="0"/>
                <a:ea typeface="Calibri" pitchFamily="34" charset="-122"/>
                <a:cs typeface="Calibri" pitchFamily="34" charset="-120"/>
              </a:rPr>
              <a:t> di </a:t>
            </a:r>
            <a:r>
              <a:rPr lang="en-US" sz="1600" i="1" dirty="0" err="1">
                <a:solidFill>
                  <a:srgbClr val="FFFFFF"/>
                </a:solidFill>
                <a:latin typeface="Calibri" pitchFamily="34" charset="0"/>
                <a:ea typeface="Calibri" pitchFamily="34" charset="-122"/>
                <a:cs typeface="Calibri" pitchFamily="34" charset="-120"/>
              </a:rPr>
              <a:t>daerah</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terdampak</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serta</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memberikan</a:t>
            </a:r>
            <a:r>
              <a:rPr lang="en-US" sz="1600" i="1" dirty="0">
                <a:solidFill>
                  <a:srgbClr val="FFFFFF"/>
                </a:solidFill>
                <a:latin typeface="Calibri" pitchFamily="34" charset="0"/>
                <a:ea typeface="Calibri" pitchFamily="34" charset="-122"/>
                <a:cs typeface="Calibri" pitchFamily="34" charset="-120"/>
              </a:rPr>
              <a:t> saran </a:t>
            </a:r>
            <a:r>
              <a:rPr lang="en-US" sz="1600" i="1" dirty="0" err="1">
                <a:solidFill>
                  <a:srgbClr val="FFFFFF"/>
                </a:solidFill>
                <a:latin typeface="Calibri" pitchFamily="34" charset="0"/>
                <a:ea typeface="Calibri" pitchFamily="34" charset="-122"/>
                <a:cs typeface="Calibri" pitchFamily="34" charset="-120"/>
              </a:rPr>
              <a:t>efisiensi</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logistik</a:t>
            </a:r>
            <a:r>
              <a:rPr lang="en-US" sz="1600" i="1" dirty="0">
                <a:solidFill>
                  <a:srgbClr val="FFFFFF"/>
                </a:solidFill>
                <a:latin typeface="Calibri" pitchFamily="34" charset="0"/>
                <a:ea typeface="Calibri" pitchFamily="34" charset="-122"/>
                <a:cs typeface="Calibri" pitchFamily="34" charset="-120"/>
              </a:rPr>
              <a:t> yang </a:t>
            </a:r>
            <a:r>
              <a:rPr lang="en-US" sz="1600" i="1" dirty="0" err="1">
                <a:solidFill>
                  <a:srgbClr val="FFFFFF"/>
                </a:solidFill>
                <a:latin typeface="Calibri" pitchFamily="34" charset="0"/>
                <a:ea typeface="Calibri" pitchFamily="34" charset="-122"/>
                <a:cs typeface="Calibri" pitchFamily="34" charset="-120"/>
              </a:rPr>
              <a:t>tepat</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sasaran</a:t>
            </a:r>
            <a:r>
              <a:rPr lang="en-US" sz="1600" i="1" dirty="0">
                <a:solidFill>
                  <a:srgbClr val="FFFFFF"/>
                </a:solidFill>
                <a:latin typeface="Calibri" pitchFamily="34" charset="0"/>
                <a:ea typeface="Calibri" pitchFamily="34" charset="-122"/>
                <a:cs typeface="Calibri" pitchFamily="34" charset="-120"/>
              </a:rPr>
              <a:t> </a:t>
            </a:r>
            <a:r>
              <a:rPr lang="en-US" sz="1600" i="1" dirty="0" err="1">
                <a:solidFill>
                  <a:srgbClr val="FFFFFF"/>
                </a:solidFill>
                <a:latin typeface="Calibri" pitchFamily="34" charset="0"/>
                <a:ea typeface="Calibri" pitchFamily="34" charset="-122"/>
                <a:cs typeface="Calibri" pitchFamily="34" charset="-120"/>
              </a:rPr>
              <a:t>bagi</a:t>
            </a:r>
            <a:r>
              <a:rPr lang="en-US" sz="1600" i="1" dirty="0">
                <a:solidFill>
                  <a:srgbClr val="FFFFFF"/>
                </a:solidFill>
                <a:latin typeface="Calibri" pitchFamily="34" charset="0"/>
                <a:ea typeface="Calibri" pitchFamily="34" charset="-122"/>
                <a:cs typeface="Calibri" pitchFamily="34" charset="-120"/>
              </a:rPr>
              <a:t> platform third-party marketplace.</a:t>
            </a:r>
            <a:endParaRPr lang="en-US" sz="1600" dirty="0"/>
          </a:p>
        </p:txBody>
      </p:sp>
      <p:sp>
        <p:nvSpPr>
          <p:cNvPr id="21" name="Text 18"/>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7</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8">
    <p:bg>
      <p:bgPr>
        <a:solidFill>
          <a:srgbClr val="F5F7FC"/>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Exploration</a:t>
            </a:r>
            <a:endParaRPr lang="en-US" sz="2800" dirty="0"/>
          </a:p>
        </p:txBody>
      </p:sp>
      <p:sp>
        <p:nvSpPr>
          <p:cNvPr id="3" name="Shape 1"/>
          <p:cNvSpPr/>
          <p:nvPr/>
        </p:nvSpPr>
        <p:spPr>
          <a:xfrm>
            <a:off x="548640" y="1280160"/>
            <a:ext cx="640080" cy="640080"/>
          </a:xfrm>
          <a:prstGeom prst="ellipse">
            <a:avLst/>
          </a:prstGeom>
          <a:solidFill>
            <a:srgbClr val="1E2761"/>
          </a:solidFill>
          <a:ln/>
        </p:spPr>
      </p:sp>
      <p:pic>
        <p:nvPicPr>
          <p:cNvPr id="4" name="Image 0" descr="icon_database.png"/>
          <p:cNvPicPr>
            <a:picLocks noChangeAspect="1"/>
          </p:cNvPicPr>
          <p:nvPr/>
        </p:nvPicPr>
        <p:blipFill>
          <a:blip r:embed="rId3"/>
          <a:stretch>
            <a:fillRect/>
          </a:stretch>
        </p:blipFill>
        <p:spPr>
          <a:xfrm>
            <a:off x="692658" y="1424178"/>
            <a:ext cx="352044" cy="352044"/>
          </a:xfrm>
          <a:prstGeom prst="rect">
            <a:avLst/>
          </a:prstGeom>
        </p:spPr>
      </p:pic>
      <p:sp>
        <p:nvSpPr>
          <p:cNvPr id="5" name="Text 2"/>
          <p:cNvSpPr/>
          <p:nvPr/>
        </p:nvSpPr>
        <p:spPr>
          <a:xfrm>
            <a:off x="1325880" y="1234440"/>
            <a:ext cx="8880438" cy="365760"/>
          </a:xfrm>
          <a:prstGeom prst="rect">
            <a:avLst/>
          </a:prstGeom>
          <a:noFill/>
          <a:ln/>
        </p:spPr>
        <p:txBody>
          <a:bodyPr wrap="square" rtlCol="0" anchor="ctr"/>
          <a:lstStyle/>
          <a:p>
            <a:r>
              <a:rPr lang="en-US" sz="1300" b="1" dirty="0">
                <a:solidFill>
                  <a:srgbClr val="1E2761"/>
                </a:solidFill>
                <a:latin typeface="Calibri" pitchFamily="34" charset="0"/>
                <a:ea typeface="Calibri" pitchFamily="34" charset="-122"/>
                <a:cs typeface="Calibri" pitchFamily="34" charset="-120"/>
              </a:rPr>
              <a:t>Sumber: </a:t>
            </a:r>
            <a:r>
              <a:rPr lang="en-US" sz="1300" b="1" dirty="0" err="1">
                <a:solidFill>
                  <a:srgbClr val="1E2761"/>
                </a:solidFill>
                <a:latin typeface="Calibri" pitchFamily="34" charset="0"/>
                <a:ea typeface="Calibri" pitchFamily="34" charset="-122"/>
                <a:cs typeface="Calibri" pitchFamily="34" charset="-120"/>
              </a:rPr>
              <a:t>olist_customers_dataset</a:t>
            </a:r>
            <a:r>
              <a:rPr lang="en-US" sz="1300" b="1" dirty="0">
                <a:solidFill>
                  <a:srgbClr val="1E2761"/>
                </a:solidFill>
                <a:latin typeface="Calibri" pitchFamily="34" charset="0"/>
                <a:ea typeface="Calibri" pitchFamily="34" charset="-122"/>
                <a:cs typeface="Calibri" pitchFamily="34" charset="-120"/>
              </a:rPr>
              <a:t>, </a:t>
            </a:r>
            <a:r>
              <a:rPr lang="en-US" sz="1300" b="1" dirty="0" err="1">
                <a:solidFill>
                  <a:srgbClr val="1E2761"/>
                </a:solidFill>
                <a:latin typeface="Calibri" pitchFamily="34" charset="0"/>
                <a:ea typeface="Calibri" pitchFamily="34" charset="-122"/>
                <a:cs typeface="Calibri" pitchFamily="34" charset="-120"/>
              </a:rPr>
              <a:t>olist_products_dataset</a:t>
            </a:r>
            <a:r>
              <a:rPr lang="en-US" sz="1300" b="1" dirty="0">
                <a:solidFill>
                  <a:srgbClr val="1E2761"/>
                </a:solidFill>
                <a:latin typeface="Calibri" pitchFamily="34" charset="0"/>
                <a:ea typeface="Calibri" pitchFamily="34" charset="-122"/>
                <a:cs typeface="Calibri" pitchFamily="34" charset="-120"/>
              </a:rPr>
              <a:t>, </a:t>
            </a:r>
            <a:r>
              <a:rPr lang="en-US" sz="1300" b="1" dirty="0" err="1">
                <a:solidFill>
                  <a:srgbClr val="1E2761"/>
                </a:solidFill>
                <a:latin typeface="Calibri" pitchFamily="34" charset="0"/>
                <a:ea typeface="Calibri" pitchFamily="34" charset="-122"/>
                <a:cs typeface="Calibri" pitchFamily="34" charset="-120"/>
              </a:rPr>
              <a:t>olist_orders_dataset</a:t>
            </a:r>
            <a:r>
              <a:rPr lang="en-US" sz="1300" b="1" dirty="0">
                <a:solidFill>
                  <a:srgbClr val="1E2761"/>
                </a:solidFill>
                <a:latin typeface="Calibri" pitchFamily="34" charset="0"/>
                <a:ea typeface="Calibri" pitchFamily="34" charset="-122"/>
                <a:cs typeface="Calibri" pitchFamily="34" charset="-120"/>
              </a:rPr>
              <a:t>, dan olist_order_items_dataset</a:t>
            </a:r>
            <a:r>
              <a:rPr lang="en-US" sz="1300" dirty="0">
                <a:solidFill>
                  <a:srgbClr val="333333"/>
                </a:solidFill>
                <a:latin typeface="Calibri" pitchFamily="34" charset="0"/>
                <a:ea typeface="Calibri" pitchFamily="34" charset="-122"/>
                <a:cs typeface="Calibri" pitchFamily="34" charset="-120"/>
              </a:rPr>
              <a:t>.csv</a:t>
            </a:r>
            <a:endParaRPr lang="en-US" sz="1300" dirty="0"/>
          </a:p>
        </p:txBody>
      </p:sp>
      <p:sp>
        <p:nvSpPr>
          <p:cNvPr id="29" name="Text 26"/>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pic>
        <p:nvPicPr>
          <p:cNvPr id="18" name="Picture 17">
            <a:extLst>
              <a:ext uri="{FF2B5EF4-FFF2-40B4-BE49-F238E27FC236}">
                <a16:creationId xmlns:a16="http://schemas.microsoft.com/office/drawing/2014/main" id="{0F1D1CFE-5A4F-9FA0-0FA1-4F3312A2AB6A}"/>
              </a:ext>
            </a:extLst>
          </p:cNvPr>
          <p:cNvPicPr>
            <a:picLocks noChangeAspect="1"/>
          </p:cNvPicPr>
          <p:nvPr/>
        </p:nvPicPr>
        <p:blipFill>
          <a:blip r:embed="rId4"/>
          <a:stretch>
            <a:fillRect/>
          </a:stretch>
        </p:blipFill>
        <p:spPr>
          <a:xfrm>
            <a:off x="2576472" y="1600200"/>
            <a:ext cx="7116168" cy="505848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E6754-0A71-EA20-CC38-AAFCD7606079}"/>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9D41A258-BD1C-3BD6-7431-C279C4E4D0C1}"/>
              </a:ext>
            </a:extLst>
          </p:cNvPr>
          <p:cNvSpPr/>
          <p:nvPr/>
        </p:nvSpPr>
        <p:spPr>
          <a:xfrm>
            <a:off x="22107" y="26826"/>
            <a:ext cx="12192000" cy="6831173"/>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 name="Text 0">
            <a:extLst>
              <a:ext uri="{FF2B5EF4-FFF2-40B4-BE49-F238E27FC236}">
                <a16:creationId xmlns:a16="http://schemas.microsoft.com/office/drawing/2014/main" id="{9344F114-C84F-62FF-CCF7-45A2E50C7313}"/>
              </a:ext>
            </a:extLst>
          </p:cNvPr>
          <p:cNvSpPr/>
          <p:nvPr/>
        </p:nvSpPr>
        <p:spPr>
          <a:xfrm>
            <a:off x="548640" y="411480"/>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Exploration</a:t>
            </a:r>
            <a:endParaRPr lang="en-US" sz="2800" dirty="0"/>
          </a:p>
        </p:txBody>
      </p:sp>
      <p:sp>
        <p:nvSpPr>
          <p:cNvPr id="3" name="Shape 1">
            <a:extLst>
              <a:ext uri="{FF2B5EF4-FFF2-40B4-BE49-F238E27FC236}">
                <a16:creationId xmlns:a16="http://schemas.microsoft.com/office/drawing/2014/main" id="{8D30FCAE-B2D6-E455-AA13-3021D2E0A7B3}"/>
              </a:ext>
            </a:extLst>
          </p:cNvPr>
          <p:cNvSpPr/>
          <p:nvPr/>
        </p:nvSpPr>
        <p:spPr>
          <a:xfrm>
            <a:off x="548640" y="1280160"/>
            <a:ext cx="640080" cy="640080"/>
          </a:xfrm>
          <a:prstGeom prst="ellipse">
            <a:avLst/>
          </a:prstGeom>
          <a:solidFill>
            <a:srgbClr val="1E2761"/>
          </a:solidFill>
          <a:ln/>
        </p:spPr>
      </p:sp>
      <p:pic>
        <p:nvPicPr>
          <p:cNvPr id="4" name="Image 0" descr="icon_database.png">
            <a:extLst>
              <a:ext uri="{FF2B5EF4-FFF2-40B4-BE49-F238E27FC236}">
                <a16:creationId xmlns:a16="http://schemas.microsoft.com/office/drawing/2014/main" id="{57B7A368-D59F-1498-FA8E-A774B7B7B6C0}"/>
              </a:ext>
            </a:extLst>
          </p:cNvPr>
          <p:cNvPicPr>
            <a:picLocks noChangeAspect="1"/>
          </p:cNvPicPr>
          <p:nvPr/>
        </p:nvPicPr>
        <p:blipFill>
          <a:blip r:embed="rId3"/>
          <a:stretch>
            <a:fillRect/>
          </a:stretch>
        </p:blipFill>
        <p:spPr>
          <a:xfrm>
            <a:off x="692658" y="1424178"/>
            <a:ext cx="352044" cy="352044"/>
          </a:xfrm>
          <a:prstGeom prst="rect">
            <a:avLst/>
          </a:prstGeom>
        </p:spPr>
      </p:pic>
      <p:sp>
        <p:nvSpPr>
          <p:cNvPr id="5" name="Text 2">
            <a:extLst>
              <a:ext uri="{FF2B5EF4-FFF2-40B4-BE49-F238E27FC236}">
                <a16:creationId xmlns:a16="http://schemas.microsoft.com/office/drawing/2014/main" id="{DD023B42-D180-1DD9-C93F-6FD84D2CF880}"/>
              </a:ext>
            </a:extLst>
          </p:cNvPr>
          <p:cNvSpPr/>
          <p:nvPr/>
        </p:nvSpPr>
        <p:spPr>
          <a:xfrm>
            <a:off x="1325880" y="1234440"/>
            <a:ext cx="8880438" cy="365760"/>
          </a:xfrm>
          <a:prstGeom prst="rect">
            <a:avLst/>
          </a:prstGeom>
          <a:noFill/>
          <a:ln/>
        </p:spPr>
        <p:txBody>
          <a:bodyPr wrap="square" rtlCol="0" anchor="ctr"/>
          <a:lstStyle/>
          <a:p>
            <a:r>
              <a:rPr lang="en-US" sz="1300" b="1" dirty="0">
                <a:solidFill>
                  <a:srgbClr val="1E2761"/>
                </a:solidFill>
                <a:latin typeface="Calibri" pitchFamily="34" charset="0"/>
                <a:ea typeface="Calibri" pitchFamily="34" charset="-122"/>
                <a:cs typeface="Calibri" pitchFamily="34" charset="-120"/>
              </a:rPr>
              <a:t>Sumber: </a:t>
            </a:r>
            <a:r>
              <a:rPr lang="en-US" sz="1300" b="1" dirty="0" err="1">
                <a:solidFill>
                  <a:srgbClr val="1E2761"/>
                </a:solidFill>
                <a:latin typeface="Calibri" pitchFamily="34" charset="0"/>
                <a:ea typeface="Calibri" pitchFamily="34" charset="-122"/>
                <a:cs typeface="Calibri" pitchFamily="34" charset="-120"/>
              </a:rPr>
              <a:t>olist_customers_dataset</a:t>
            </a:r>
            <a:r>
              <a:rPr lang="en-US" sz="1300" b="1" dirty="0">
                <a:solidFill>
                  <a:srgbClr val="1E2761"/>
                </a:solidFill>
                <a:latin typeface="Calibri" pitchFamily="34" charset="0"/>
                <a:ea typeface="Calibri" pitchFamily="34" charset="-122"/>
                <a:cs typeface="Calibri" pitchFamily="34" charset="-120"/>
              </a:rPr>
              <a:t>, </a:t>
            </a:r>
            <a:r>
              <a:rPr lang="en-US" sz="1300" b="1" dirty="0" err="1">
                <a:solidFill>
                  <a:srgbClr val="1E2761"/>
                </a:solidFill>
                <a:latin typeface="Calibri" pitchFamily="34" charset="0"/>
                <a:ea typeface="Calibri" pitchFamily="34" charset="-122"/>
                <a:cs typeface="Calibri" pitchFamily="34" charset="-120"/>
              </a:rPr>
              <a:t>olist_products_dataset</a:t>
            </a:r>
            <a:r>
              <a:rPr lang="en-US" sz="1300" b="1" dirty="0">
                <a:solidFill>
                  <a:srgbClr val="1E2761"/>
                </a:solidFill>
                <a:latin typeface="Calibri" pitchFamily="34" charset="0"/>
                <a:ea typeface="Calibri" pitchFamily="34" charset="-122"/>
                <a:cs typeface="Calibri" pitchFamily="34" charset="-120"/>
              </a:rPr>
              <a:t>, </a:t>
            </a:r>
            <a:r>
              <a:rPr lang="en-US" sz="1300" b="1" dirty="0" err="1">
                <a:solidFill>
                  <a:srgbClr val="1E2761"/>
                </a:solidFill>
                <a:latin typeface="Calibri" pitchFamily="34" charset="0"/>
                <a:ea typeface="Calibri" pitchFamily="34" charset="-122"/>
                <a:cs typeface="Calibri" pitchFamily="34" charset="-120"/>
              </a:rPr>
              <a:t>olist_orders_dataset</a:t>
            </a:r>
            <a:r>
              <a:rPr lang="en-US" sz="1300" b="1" dirty="0">
                <a:solidFill>
                  <a:srgbClr val="1E2761"/>
                </a:solidFill>
                <a:latin typeface="Calibri" pitchFamily="34" charset="0"/>
                <a:ea typeface="Calibri" pitchFamily="34" charset="-122"/>
                <a:cs typeface="Calibri" pitchFamily="34" charset="-120"/>
              </a:rPr>
              <a:t>, dan olist_order_items_dataset</a:t>
            </a:r>
            <a:r>
              <a:rPr lang="en-US" sz="1300" dirty="0">
                <a:solidFill>
                  <a:srgbClr val="333333"/>
                </a:solidFill>
                <a:latin typeface="Calibri" pitchFamily="34" charset="0"/>
                <a:ea typeface="Calibri" pitchFamily="34" charset="-122"/>
                <a:cs typeface="Calibri" pitchFamily="34" charset="-120"/>
              </a:rPr>
              <a:t>.csv</a:t>
            </a:r>
            <a:endParaRPr lang="en-US" sz="1300" dirty="0"/>
          </a:p>
        </p:txBody>
      </p:sp>
      <p:sp>
        <p:nvSpPr>
          <p:cNvPr id="7" name="Text 4">
            <a:extLst>
              <a:ext uri="{FF2B5EF4-FFF2-40B4-BE49-F238E27FC236}">
                <a16:creationId xmlns:a16="http://schemas.microsoft.com/office/drawing/2014/main" id="{EBAED6AF-02FF-9FD3-2F46-CA0C8DE05031}"/>
              </a:ext>
            </a:extLst>
          </p:cNvPr>
          <p:cNvSpPr/>
          <p:nvPr/>
        </p:nvSpPr>
        <p:spPr>
          <a:xfrm>
            <a:off x="548640" y="2148840"/>
            <a:ext cx="5486400" cy="36576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rPr>
              <a:t>Isi </a:t>
            </a:r>
            <a:r>
              <a:rPr lang="en-US" sz="1500" b="1" dirty="0" err="1">
                <a:solidFill>
                  <a:srgbClr val="1E2761"/>
                </a:solidFill>
                <a:latin typeface="Cambria" pitchFamily="34" charset="0"/>
                <a:ea typeface="Cambria" pitchFamily="34" charset="-122"/>
              </a:rPr>
              <a:t>dari</a:t>
            </a:r>
            <a:r>
              <a:rPr lang="en-US" sz="1500" b="1" dirty="0">
                <a:solidFill>
                  <a:srgbClr val="1E2761"/>
                </a:solidFill>
                <a:latin typeface="Cambria" pitchFamily="34" charset="0"/>
                <a:ea typeface="Cambria" pitchFamily="34" charset="-122"/>
              </a:rPr>
              <a:t> Raw Data</a:t>
            </a:r>
            <a:endParaRPr lang="en-US" sz="1500" dirty="0"/>
          </a:p>
        </p:txBody>
      </p:sp>
      <p:sp>
        <p:nvSpPr>
          <p:cNvPr id="8" name="Shape 5">
            <a:extLst>
              <a:ext uri="{FF2B5EF4-FFF2-40B4-BE49-F238E27FC236}">
                <a16:creationId xmlns:a16="http://schemas.microsoft.com/office/drawing/2014/main" id="{F92191F1-DA59-21BA-C4B1-EA9ED9402ABE}"/>
              </a:ext>
            </a:extLst>
          </p:cNvPr>
          <p:cNvSpPr/>
          <p:nvPr/>
        </p:nvSpPr>
        <p:spPr>
          <a:xfrm>
            <a:off x="594360" y="2633472"/>
            <a:ext cx="82296" cy="82296"/>
          </a:xfrm>
          <a:prstGeom prst="ellipse">
            <a:avLst/>
          </a:prstGeom>
          <a:solidFill>
            <a:srgbClr val="F2545B"/>
          </a:solidFill>
          <a:ln/>
        </p:spPr>
      </p:sp>
      <p:sp>
        <p:nvSpPr>
          <p:cNvPr id="9" name="Text 6">
            <a:extLst>
              <a:ext uri="{FF2B5EF4-FFF2-40B4-BE49-F238E27FC236}">
                <a16:creationId xmlns:a16="http://schemas.microsoft.com/office/drawing/2014/main" id="{36B55F32-AD9D-80E0-057A-57DCB121691E}"/>
              </a:ext>
            </a:extLst>
          </p:cNvPr>
          <p:cNvSpPr/>
          <p:nvPr/>
        </p:nvSpPr>
        <p:spPr>
          <a:xfrm>
            <a:off x="868680" y="2487168"/>
            <a:ext cx="5212080" cy="365760"/>
          </a:xfrm>
          <a:prstGeom prst="rect">
            <a:avLst/>
          </a:prstGeom>
          <a:noFill/>
          <a:ln/>
        </p:spPr>
        <p:txBody>
          <a:bodyPr wrap="square" rtlCol="0" anchor="t"/>
          <a:lstStyle/>
          <a:p>
            <a:r>
              <a:rPr lang="en-US" sz="1150" dirty="0" err="1">
                <a:solidFill>
                  <a:srgbClr val="333333"/>
                </a:solidFill>
                <a:latin typeface="Calibri" pitchFamily="34" charset="0"/>
                <a:ea typeface="Calibri" pitchFamily="34" charset="-122"/>
                <a:cs typeface="Calibri" pitchFamily="34" charset="-120"/>
              </a:rPr>
              <a:t>olist_customers_dataset</a:t>
            </a:r>
            <a:endParaRPr lang="en-US" sz="1150" dirty="0"/>
          </a:p>
        </p:txBody>
      </p:sp>
      <p:sp>
        <p:nvSpPr>
          <p:cNvPr id="10" name="Shape 7">
            <a:extLst>
              <a:ext uri="{FF2B5EF4-FFF2-40B4-BE49-F238E27FC236}">
                <a16:creationId xmlns:a16="http://schemas.microsoft.com/office/drawing/2014/main" id="{1DF2A4E0-5BEC-064A-2F67-3693CB3461B9}"/>
              </a:ext>
            </a:extLst>
          </p:cNvPr>
          <p:cNvSpPr/>
          <p:nvPr/>
        </p:nvSpPr>
        <p:spPr>
          <a:xfrm>
            <a:off x="594360" y="3054096"/>
            <a:ext cx="82296" cy="82296"/>
          </a:xfrm>
          <a:prstGeom prst="ellipse">
            <a:avLst/>
          </a:prstGeom>
          <a:solidFill>
            <a:srgbClr val="F2545B"/>
          </a:solidFill>
          <a:ln/>
        </p:spPr>
      </p:sp>
      <p:sp>
        <p:nvSpPr>
          <p:cNvPr id="11" name="Text 8">
            <a:extLst>
              <a:ext uri="{FF2B5EF4-FFF2-40B4-BE49-F238E27FC236}">
                <a16:creationId xmlns:a16="http://schemas.microsoft.com/office/drawing/2014/main" id="{3B536703-D499-77D5-7857-0344AF2498E3}"/>
              </a:ext>
            </a:extLst>
          </p:cNvPr>
          <p:cNvSpPr/>
          <p:nvPr/>
        </p:nvSpPr>
        <p:spPr>
          <a:xfrm>
            <a:off x="868680" y="2907792"/>
            <a:ext cx="5212080" cy="567332"/>
          </a:xfrm>
          <a:prstGeom prst="rect">
            <a:avLst/>
          </a:prstGeom>
          <a:noFill/>
          <a:ln/>
        </p:spPr>
        <p:txBody>
          <a:bodyPr wrap="square" rtlCol="0" anchor="t"/>
          <a:lstStyle/>
          <a:p>
            <a:r>
              <a:rPr lang="en-US" sz="1150" dirty="0">
                <a:solidFill>
                  <a:srgbClr val="333333"/>
                </a:solidFill>
                <a:latin typeface="Calibri" pitchFamily="34" charset="0"/>
                <a:ea typeface="Calibri" pitchFamily="34" charset="-122"/>
                <a:cs typeface="Calibri" pitchFamily="34" charset="-120"/>
              </a:rPr>
              <a:t>Data </a:t>
            </a:r>
            <a:r>
              <a:rPr lang="en-US" sz="1150" dirty="0" err="1">
                <a:solidFill>
                  <a:srgbClr val="333333"/>
                </a:solidFill>
                <a:latin typeface="Calibri" pitchFamily="34" charset="0"/>
                <a:ea typeface="Calibri" pitchFamily="34" charset="-122"/>
                <a:cs typeface="Calibri" pitchFamily="34" charset="-120"/>
              </a:rPr>
              <a:t>Produk</a:t>
            </a:r>
            <a:r>
              <a:rPr lang="en-US" sz="1150" dirty="0">
                <a:solidFill>
                  <a:srgbClr val="333333"/>
                </a:solidFill>
                <a:latin typeface="Calibri" pitchFamily="34" charset="0"/>
                <a:ea typeface="Calibri" pitchFamily="34" charset="-122"/>
                <a:cs typeface="Calibri" pitchFamily="34" charset="-120"/>
              </a:rPr>
              <a:t> (</a:t>
            </a:r>
            <a:r>
              <a:rPr lang="en-US" sz="1150" dirty="0" err="1">
                <a:solidFill>
                  <a:srgbClr val="333333"/>
                </a:solidFill>
                <a:latin typeface="Calibri" pitchFamily="34" charset="0"/>
                <a:ea typeface="Calibri" pitchFamily="34" charset="-122"/>
                <a:cs typeface="Calibri" pitchFamily="34" charset="-120"/>
              </a:rPr>
              <a:t>Item_Identifier</a:t>
            </a:r>
            <a:r>
              <a:rPr lang="en-US" sz="1150" dirty="0">
                <a:solidFill>
                  <a:srgbClr val="333333"/>
                </a:solidFill>
                <a:latin typeface="Calibri" pitchFamily="34" charset="0"/>
                <a:ea typeface="Calibri" pitchFamily="34" charset="-122"/>
                <a:cs typeface="Calibri" pitchFamily="34" charset="-120"/>
              </a:rPr>
              <a:t>, </a:t>
            </a:r>
            <a:r>
              <a:rPr lang="en-US" sz="1150" dirty="0" err="1">
                <a:solidFill>
                  <a:srgbClr val="333333"/>
                </a:solidFill>
                <a:latin typeface="Calibri" pitchFamily="34" charset="0"/>
                <a:ea typeface="Calibri" pitchFamily="34" charset="-122"/>
                <a:cs typeface="Calibri" pitchFamily="34" charset="-120"/>
              </a:rPr>
              <a:t>Item_Weight</a:t>
            </a:r>
            <a:r>
              <a:rPr lang="en-US" sz="1150" dirty="0">
                <a:solidFill>
                  <a:srgbClr val="333333"/>
                </a:solidFill>
                <a:latin typeface="Calibri" pitchFamily="34" charset="0"/>
                <a:ea typeface="Calibri" pitchFamily="34" charset="-122"/>
                <a:cs typeface="Calibri" pitchFamily="34" charset="-120"/>
              </a:rPr>
              <a:t>, </a:t>
            </a:r>
            <a:r>
              <a:rPr lang="en-US" sz="1150" dirty="0" err="1">
                <a:solidFill>
                  <a:srgbClr val="333333"/>
                </a:solidFill>
                <a:latin typeface="Calibri" pitchFamily="34" charset="0"/>
                <a:ea typeface="Calibri" pitchFamily="34" charset="-122"/>
                <a:cs typeface="Calibri" pitchFamily="34" charset="-120"/>
              </a:rPr>
              <a:t>Item_Fat_Content</a:t>
            </a:r>
            <a:r>
              <a:rPr lang="en-US" sz="1150" dirty="0">
                <a:solidFill>
                  <a:srgbClr val="333333"/>
                </a:solidFill>
                <a:latin typeface="Calibri" pitchFamily="34" charset="0"/>
                <a:ea typeface="Calibri" pitchFamily="34" charset="-122"/>
                <a:cs typeface="Calibri" pitchFamily="34" charset="-120"/>
              </a:rPr>
              <a:t>, </a:t>
            </a:r>
            <a:r>
              <a:rPr lang="en-US" sz="1150" dirty="0" err="1">
                <a:solidFill>
                  <a:srgbClr val="333333"/>
                </a:solidFill>
                <a:latin typeface="Calibri" pitchFamily="34" charset="0"/>
                <a:ea typeface="Calibri" pitchFamily="34" charset="-122"/>
                <a:cs typeface="Calibri" pitchFamily="34" charset="-120"/>
              </a:rPr>
              <a:t>Item_Visibility</a:t>
            </a:r>
            <a:r>
              <a:rPr lang="en-US" sz="1150" dirty="0">
                <a:solidFill>
                  <a:srgbClr val="333333"/>
                </a:solidFill>
                <a:latin typeface="Calibri" pitchFamily="34" charset="0"/>
                <a:ea typeface="Calibri" pitchFamily="34" charset="-122"/>
                <a:cs typeface="Calibri" pitchFamily="34" charset="-120"/>
              </a:rPr>
              <a:t>, </a:t>
            </a:r>
            <a:r>
              <a:rPr lang="en-US" sz="1150" dirty="0" err="1">
                <a:solidFill>
                  <a:srgbClr val="333333"/>
                </a:solidFill>
                <a:latin typeface="Calibri" pitchFamily="34" charset="0"/>
                <a:ea typeface="Calibri" pitchFamily="34" charset="-122"/>
                <a:cs typeface="Calibri" pitchFamily="34" charset="-120"/>
              </a:rPr>
              <a:t>Item_Type</a:t>
            </a:r>
            <a:r>
              <a:rPr lang="en-US" sz="1150" dirty="0">
                <a:solidFill>
                  <a:srgbClr val="333333"/>
                </a:solidFill>
                <a:latin typeface="Calibri" pitchFamily="34" charset="0"/>
                <a:ea typeface="Calibri" pitchFamily="34" charset="-122"/>
                <a:cs typeface="Calibri" pitchFamily="34" charset="-120"/>
              </a:rPr>
              <a:t>, </a:t>
            </a:r>
            <a:r>
              <a:rPr lang="en-US" sz="1150" dirty="0" err="1">
                <a:solidFill>
                  <a:srgbClr val="333333"/>
                </a:solidFill>
                <a:latin typeface="Calibri" pitchFamily="34" charset="0"/>
                <a:ea typeface="Calibri" pitchFamily="34" charset="-122"/>
                <a:cs typeface="Calibri" pitchFamily="34" charset="-120"/>
              </a:rPr>
              <a:t>Item_MRP</a:t>
            </a:r>
            <a:r>
              <a:rPr lang="en-US" sz="1150" dirty="0">
                <a:solidFill>
                  <a:srgbClr val="333333"/>
                </a:solidFill>
                <a:latin typeface="Calibri" pitchFamily="34" charset="0"/>
                <a:ea typeface="Calibri" pitchFamily="34" charset="-122"/>
                <a:cs typeface="Calibri" pitchFamily="34" charset="-120"/>
              </a:rPr>
              <a:t>)</a:t>
            </a:r>
            <a:endParaRPr lang="en-US" sz="1150" dirty="0"/>
          </a:p>
        </p:txBody>
      </p:sp>
      <p:sp>
        <p:nvSpPr>
          <p:cNvPr id="29" name="Text 26">
            <a:extLst>
              <a:ext uri="{FF2B5EF4-FFF2-40B4-BE49-F238E27FC236}">
                <a16:creationId xmlns:a16="http://schemas.microsoft.com/office/drawing/2014/main" id="{E08AEB25-DA75-CA84-B5C5-77A36BCDFA6A}"/>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pic>
        <p:nvPicPr>
          <p:cNvPr id="13" name="Picture 12">
            <a:extLst>
              <a:ext uri="{FF2B5EF4-FFF2-40B4-BE49-F238E27FC236}">
                <a16:creationId xmlns:a16="http://schemas.microsoft.com/office/drawing/2014/main" id="{592D61F6-1DBB-8C56-A275-01C4019D09D7}"/>
              </a:ext>
            </a:extLst>
          </p:cNvPr>
          <p:cNvPicPr>
            <a:picLocks noChangeAspect="1"/>
          </p:cNvPicPr>
          <p:nvPr/>
        </p:nvPicPr>
        <p:blipFill>
          <a:blip r:embed="rId4"/>
          <a:stretch>
            <a:fillRect/>
          </a:stretch>
        </p:blipFill>
        <p:spPr>
          <a:xfrm>
            <a:off x="202722" y="3484402"/>
            <a:ext cx="11126753" cy="1352739"/>
          </a:xfrm>
          <a:prstGeom prst="rect">
            <a:avLst/>
          </a:prstGeom>
        </p:spPr>
      </p:pic>
      <p:pic>
        <p:nvPicPr>
          <p:cNvPr id="15" name="Picture 14">
            <a:extLst>
              <a:ext uri="{FF2B5EF4-FFF2-40B4-BE49-F238E27FC236}">
                <a16:creationId xmlns:a16="http://schemas.microsoft.com/office/drawing/2014/main" id="{02A54164-AEE5-6409-4743-5E3CFEADD8B4}"/>
              </a:ext>
            </a:extLst>
          </p:cNvPr>
          <p:cNvPicPr>
            <a:picLocks noChangeAspect="1"/>
          </p:cNvPicPr>
          <p:nvPr/>
        </p:nvPicPr>
        <p:blipFill>
          <a:blip r:embed="rId5"/>
          <a:stretch>
            <a:fillRect/>
          </a:stretch>
        </p:blipFill>
        <p:spPr>
          <a:xfrm>
            <a:off x="3837016" y="5084613"/>
            <a:ext cx="3858163" cy="1371791"/>
          </a:xfrm>
          <a:prstGeom prst="rect">
            <a:avLst/>
          </a:prstGeom>
        </p:spPr>
      </p:pic>
    </p:spTree>
    <p:extLst>
      <p:ext uri="{BB962C8B-B14F-4D97-AF65-F5344CB8AC3E}">
        <p14:creationId xmlns:p14="http://schemas.microsoft.com/office/powerpoint/2010/main" val="24314334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DA32E-BE81-DD21-FD28-2ACB1D219C18}"/>
            </a:ext>
          </a:extLst>
        </p:cNvPr>
        <p:cNvGrpSpPr/>
        <p:nvPr/>
      </p:nvGrpSpPr>
      <p:grpSpPr>
        <a:xfrm>
          <a:off x="0" y="0"/>
          <a:ext cx="0" cy="0"/>
          <a:chOff x="0" y="0"/>
          <a:chExt cx="0" cy="0"/>
        </a:xfrm>
      </p:grpSpPr>
      <p:sp>
        <p:nvSpPr>
          <p:cNvPr id="13" name="Shape 5">
            <a:extLst>
              <a:ext uri="{FF2B5EF4-FFF2-40B4-BE49-F238E27FC236}">
                <a16:creationId xmlns:a16="http://schemas.microsoft.com/office/drawing/2014/main" id="{67A76E9C-7BC2-608C-1B56-FD7FB8C959F5}"/>
              </a:ext>
            </a:extLst>
          </p:cNvPr>
          <p:cNvSpPr/>
          <p:nvPr/>
        </p:nvSpPr>
        <p:spPr>
          <a:xfrm>
            <a:off x="-45720" y="48342"/>
            <a:ext cx="12237720" cy="6809658"/>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sp>
      <p:sp>
        <p:nvSpPr>
          <p:cNvPr id="2" name="Text 0">
            <a:extLst>
              <a:ext uri="{FF2B5EF4-FFF2-40B4-BE49-F238E27FC236}">
                <a16:creationId xmlns:a16="http://schemas.microsoft.com/office/drawing/2014/main" id="{2249E418-E28D-E93C-82FA-4DF8D9BB3525}"/>
              </a:ext>
            </a:extLst>
          </p:cNvPr>
          <p:cNvSpPr/>
          <p:nvPr/>
        </p:nvSpPr>
        <p:spPr>
          <a:xfrm>
            <a:off x="548640" y="411480"/>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Exploration</a:t>
            </a:r>
            <a:endParaRPr lang="en-US" sz="2800" dirty="0"/>
          </a:p>
        </p:txBody>
      </p:sp>
      <p:sp>
        <p:nvSpPr>
          <p:cNvPr id="29" name="Text 26">
            <a:extLst>
              <a:ext uri="{FF2B5EF4-FFF2-40B4-BE49-F238E27FC236}">
                <a16:creationId xmlns:a16="http://schemas.microsoft.com/office/drawing/2014/main" id="{95D73438-3BD0-0ECC-3105-E2F9720BF9D6}"/>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sp>
        <p:nvSpPr>
          <p:cNvPr id="5" name="Shape 5">
            <a:extLst>
              <a:ext uri="{FF2B5EF4-FFF2-40B4-BE49-F238E27FC236}">
                <a16:creationId xmlns:a16="http://schemas.microsoft.com/office/drawing/2014/main" id="{3B78CD0C-BB3E-EB82-4C04-9235449AE41B}"/>
              </a:ext>
            </a:extLst>
          </p:cNvPr>
          <p:cNvSpPr/>
          <p:nvPr/>
        </p:nvSpPr>
        <p:spPr>
          <a:xfrm>
            <a:off x="130229" y="4738909"/>
            <a:ext cx="11835333" cy="1753783"/>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7" name="Text 6">
            <a:extLst>
              <a:ext uri="{FF2B5EF4-FFF2-40B4-BE49-F238E27FC236}">
                <a16:creationId xmlns:a16="http://schemas.microsoft.com/office/drawing/2014/main" id="{B121CA69-E1F5-9612-26E6-2A5A0DC65C39}"/>
              </a:ext>
            </a:extLst>
          </p:cNvPr>
          <p:cNvSpPr/>
          <p:nvPr/>
        </p:nvSpPr>
        <p:spPr>
          <a:xfrm>
            <a:off x="415435" y="4708469"/>
            <a:ext cx="5174955" cy="436321"/>
          </a:xfrm>
          <a:prstGeom prst="rect">
            <a:avLst/>
          </a:prstGeom>
          <a:noFill/>
          <a:ln/>
        </p:spPr>
        <p:txBody>
          <a:bodyPr wrap="square" rtlCol="0" anchor="ctr"/>
          <a:lstStyle/>
          <a:p>
            <a:pPr marL="0" indent="0">
              <a:buNone/>
            </a:pPr>
            <a:r>
              <a:rPr lang="en-US" sz="2000" b="1" dirty="0">
                <a:solidFill>
                  <a:srgbClr val="F2545B"/>
                </a:solidFill>
                <a:latin typeface="Cambria" pitchFamily="34" charset="0"/>
                <a:ea typeface="Cambria" pitchFamily="34" charset="-122"/>
                <a:cs typeface="Cambria" pitchFamily="34" charset="-120"/>
              </a:rPr>
              <a:t>Hasil </a:t>
            </a:r>
            <a:r>
              <a:rPr lang="en-US" sz="2000" b="1" dirty="0" err="1">
                <a:solidFill>
                  <a:srgbClr val="F2545B"/>
                </a:solidFill>
                <a:latin typeface="Cambria" pitchFamily="34" charset="0"/>
                <a:ea typeface="Cambria" pitchFamily="34" charset="-122"/>
                <a:cs typeface="Cambria" pitchFamily="34" charset="-120"/>
              </a:rPr>
              <a:t>Pengamatan</a:t>
            </a:r>
            <a:endParaRPr lang="en-US" sz="2000" dirty="0"/>
          </a:p>
        </p:txBody>
      </p:sp>
      <p:sp>
        <p:nvSpPr>
          <p:cNvPr id="9" name="Text 8">
            <a:extLst>
              <a:ext uri="{FF2B5EF4-FFF2-40B4-BE49-F238E27FC236}">
                <a16:creationId xmlns:a16="http://schemas.microsoft.com/office/drawing/2014/main" id="{EFB26BDE-C6B5-0210-23E0-6FDD74B2F00D}"/>
              </a:ext>
            </a:extLst>
          </p:cNvPr>
          <p:cNvSpPr/>
          <p:nvPr/>
        </p:nvSpPr>
        <p:spPr>
          <a:xfrm>
            <a:off x="367331" y="5157320"/>
            <a:ext cx="10465947" cy="1537148"/>
          </a:xfrm>
          <a:prstGeom prst="rect">
            <a:avLst/>
          </a:prstGeom>
          <a:noFill/>
          <a:ln/>
        </p:spPr>
        <p:txBody>
          <a:bodyPr wrap="square" rtlCol="0" anchor="t"/>
          <a:lstStyle/>
          <a:p>
            <a:pPr marL="0" indent="0">
              <a:buNone/>
            </a:pPr>
            <a:r>
              <a:rPr lang="en-US" sz="2000" dirty="0" err="1">
                <a:solidFill>
                  <a:srgbClr val="444444"/>
                </a:solidFill>
                <a:latin typeface="Calibri" pitchFamily="34" charset="0"/>
                <a:ea typeface="Calibri" pitchFamily="34" charset="-122"/>
                <a:cs typeface="Calibri" pitchFamily="34" charset="-120"/>
              </a:rPr>
              <a:t>Terdapat</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duplikasi</a:t>
            </a:r>
            <a:r>
              <a:rPr lang="en-US" sz="2000" dirty="0">
                <a:solidFill>
                  <a:srgbClr val="444444"/>
                </a:solidFill>
                <a:latin typeface="Calibri" pitchFamily="34" charset="0"/>
                <a:ea typeface="Calibri" pitchFamily="34" charset="-122"/>
                <a:cs typeface="Calibri" pitchFamily="34" charset="-120"/>
              </a:rPr>
              <a:t> pada </a:t>
            </a:r>
            <a:r>
              <a:rPr lang="en-US" sz="2000" dirty="0" err="1">
                <a:solidFill>
                  <a:srgbClr val="444444"/>
                </a:solidFill>
                <a:latin typeface="Calibri" pitchFamily="34" charset="0"/>
                <a:ea typeface="Calibri" pitchFamily="34" charset="-122"/>
                <a:cs typeface="Calibri" pitchFamily="34" charset="-120"/>
              </a:rPr>
              <a:t>product_id</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perlu</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dilakukan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pengecekan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lebih</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lanjut</a:t>
            </a:r>
            <a:r>
              <a:rPr lang="en-US" sz="2000" dirty="0">
                <a:solidFill>
                  <a:srgbClr val="444444"/>
                </a:solidFill>
                <a:latin typeface="Calibri" pitchFamily="34" charset="0"/>
                <a:ea typeface="Calibri" pitchFamily="34" charset="-122"/>
                <a:cs typeface="Calibri" pitchFamily="34" charset="-120"/>
              </a:rPr>
              <a:t> 	</a:t>
            </a:r>
            <a:r>
              <a:rPr lang="en-US" sz="1600" dirty="0">
                <a:solidFill>
                  <a:srgbClr val="444444"/>
                </a:solidFill>
                <a:latin typeface="Calibri" pitchFamily="34" charset="0"/>
                <a:ea typeface="Calibri" pitchFamily="34" charset="-122"/>
                <a:cs typeface="Calibri" pitchFamily="34" charset="-120"/>
              </a:rPr>
              <a:t> 	</a:t>
            </a:r>
          </a:p>
        </p:txBody>
      </p:sp>
      <p:pic>
        <p:nvPicPr>
          <p:cNvPr id="8" name="Picture 7">
            <a:extLst>
              <a:ext uri="{FF2B5EF4-FFF2-40B4-BE49-F238E27FC236}">
                <a16:creationId xmlns:a16="http://schemas.microsoft.com/office/drawing/2014/main" id="{0FE881DF-D3AA-E858-EC85-D5B43A651A21}"/>
              </a:ext>
            </a:extLst>
          </p:cNvPr>
          <p:cNvPicPr>
            <a:picLocks noChangeAspect="1"/>
          </p:cNvPicPr>
          <p:nvPr/>
        </p:nvPicPr>
        <p:blipFill>
          <a:blip r:embed="rId3"/>
          <a:stretch>
            <a:fillRect/>
          </a:stretch>
        </p:blipFill>
        <p:spPr>
          <a:xfrm>
            <a:off x="1741753" y="1378531"/>
            <a:ext cx="7697274" cy="2314898"/>
          </a:xfrm>
          <a:prstGeom prst="rect">
            <a:avLst/>
          </a:prstGeom>
        </p:spPr>
      </p:pic>
    </p:spTree>
    <p:extLst>
      <p:ext uri="{BB962C8B-B14F-4D97-AF65-F5344CB8AC3E}">
        <p14:creationId xmlns:p14="http://schemas.microsoft.com/office/powerpoint/2010/main" val="34648756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5C29C-2922-4EE6-6E39-F136D5496283}"/>
            </a:ext>
          </a:extLst>
        </p:cNvPr>
        <p:cNvGrpSpPr/>
        <p:nvPr/>
      </p:nvGrpSpPr>
      <p:grpSpPr>
        <a:xfrm>
          <a:off x="0" y="0"/>
          <a:ext cx="0" cy="0"/>
          <a:chOff x="0" y="0"/>
          <a:chExt cx="0" cy="0"/>
        </a:xfrm>
      </p:grpSpPr>
      <p:sp>
        <p:nvSpPr>
          <p:cNvPr id="13" name="Shape 5">
            <a:extLst>
              <a:ext uri="{FF2B5EF4-FFF2-40B4-BE49-F238E27FC236}">
                <a16:creationId xmlns:a16="http://schemas.microsoft.com/office/drawing/2014/main" id="{7AFD7D6C-9A82-5A8B-D11D-627496B2BC3F}"/>
              </a:ext>
            </a:extLst>
          </p:cNvPr>
          <p:cNvSpPr/>
          <p:nvPr/>
        </p:nvSpPr>
        <p:spPr>
          <a:xfrm>
            <a:off x="-45720" y="48342"/>
            <a:ext cx="12237720" cy="6809658"/>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sp>
      <p:sp>
        <p:nvSpPr>
          <p:cNvPr id="2" name="Text 0">
            <a:extLst>
              <a:ext uri="{FF2B5EF4-FFF2-40B4-BE49-F238E27FC236}">
                <a16:creationId xmlns:a16="http://schemas.microsoft.com/office/drawing/2014/main" id="{F6416935-B877-3039-9BEE-280F36C52B9A}"/>
              </a:ext>
            </a:extLst>
          </p:cNvPr>
          <p:cNvSpPr/>
          <p:nvPr/>
        </p:nvSpPr>
        <p:spPr>
          <a:xfrm>
            <a:off x="548640" y="411480"/>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Exploration</a:t>
            </a:r>
            <a:endParaRPr lang="en-US" sz="2800" dirty="0"/>
          </a:p>
        </p:txBody>
      </p:sp>
      <p:sp>
        <p:nvSpPr>
          <p:cNvPr id="29" name="Text 26">
            <a:extLst>
              <a:ext uri="{FF2B5EF4-FFF2-40B4-BE49-F238E27FC236}">
                <a16:creationId xmlns:a16="http://schemas.microsoft.com/office/drawing/2014/main" id="{011C70AD-ACA9-2240-CD98-E137EFC240BA}"/>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sp>
        <p:nvSpPr>
          <p:cNvPr id="5" name="Shape 5">
            <a:extLst>
              <a:ext uri="{FF2B5EF4-FFF2-40B4-BE49-F238E27FC236}">
                <a16:creationId xmlns:a16="http://schemas.microsoft.com/office/drawing/2014/main" id="{FDB031AA-6518-796B-283D-69FA6CA2F14C}"/>
              </a:ext>
            </a:extLst>
          </p:cNvPr>
          <p:cNvSpPr/>
          <p:nvPr/>
        </p:nvSpPr>
        <p:spPr>
          <a:xfrm>
            <a:off x="133246" y="4743355"/>
            <a:ext cx="11835333" cy="1753783"/>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7" name="Text 6">
            <a:extLst>
              <a:ext uri="{FF2B5EF4-FFF2-40B4-BE49-F238E27FC236}">
                <a16:creationId xmlns:a16="http://schemas.microsoft.com/office/drawing/2014/main" id="{B7F9C9E2-459C-05AC-6BEA-C0CFA6F8F530}"/>
              </a:ext>
            </a:extLst>
          </p:cNvPr>
          <p:cNvSpPr/>
          <p:nvPr/>
        </p:nvSpPr>
        <p:spPr>
          <a:xfrm>
            <a:off x="415435" y="4708469"/>
            <a:ext cx="5174955" cy="436321"/>
          </a:xfrm>
          <a:prstGeom prst="rect">
            <a:avLst/>
          </a:prstGeom>
          <a:noFill/>
          <a:ln/>
        </p:spPr>
        <p:txBody>
          <a:bodyPr wrap="square" rtlCol="0" anchor="ctr"/>
          <a:lstStyle/>
          <a:p>
            <a:pPr marL="0" indent="0">
              <a:buNone/>
            </a:pPr>
            <a:r>
              <a:rPr lang="en-US" sz="2000" b="1" dirty="0">
                <a:solidFill>
                  <a:srgbClr val="F2545B"/>
                </a:solidFill>
                <a:latin typeface="Cambria" pitchFamily="34" charset="0"/>
                <a:ea typeface="Cambria" pitchFamily="34" charset="-122"/>
                <a:cs typeface="Cambria" pitchFamily="34" charset="-120"/>
              </a:rPr>
              <a:t>Hasil </a:t>
            </a:r>
            <a:r>
              <a:rPr lang="en-US" sz="2000" b="1" dirty="0" err="1">
                <a:solidFill>
                  <a:srgbClr val="F2545B"/>
                </a:solidFill>
                <a:latin typeface="Cambria" pitchFamily="34" charset="0"/>
                <a:ea typeface="Cambria" pitchFamily="34" charset="-122"/>
                <a:cs typeface="Cambria" pitchFamily="34" charset="-120"/>
              </a:rPr>
              <a:t>Pengamatan</a:t>
            </a:r>
            <a:endParaRPr lang="en-US" sz="2000" dirty="0"/>
          </a:p>
        </p:txBody>
      </p:sp>
      <p:sp>
        <p:nvSpPr>
          <p:cNvPr id="9" name="Text 8">
            <a:extLst>
              <a:ext uri="{FF2B5EF4-FFF2-40B4-BE49-F238E27FC236}">
                <a16:creationId xmlns:a16="http://schemas.microsoft.com/office/drawing/2014/main" id="{C6B4875D-2D04-4B0F-D46F-42844BB6B4E5}"/>
              </a:ext>
            </a:extLst>
          </p:cNvPr>
          <p:cNvSpPr/>
          <p:nvPr/>
        </p:nvSpPr>
        <p:spPr>
          <a:xfrm>
            <a:off x="367331" y="5157320"/>
            <a:ext cx="11367164" cy="1537148"/>
          </a:xfrm>
          <a:prstGeom prst="rect">
            <a:avLst/>
          </a:prstGeom>
          <a:noFill/>
          <a:ln/>
        </p:spPr>
        <p:txBody>
          <a:bodyPr wrap="square" rtlCol="0" anchor="t"/>
          <a:lstStyle/>
          <a:p>
            <a:pPr marL="0" indent="0">
              <a:lnSpc>
                <a:spcPct val="150000"/>
              </a:lnSpc>
              <a:buNone/>
            </a:pPr>
            <a:r>
              <a:rPr lang="en-US" sz="2000" dirty="0" err="1">
                <a:solidFill>
                  <a:srgbClr val="444444"/>
                </a:solidFill>
                <a:latin typeface="Calibri" pitchFamily="34" charset="0"/>
                <a:ea typeface="Calibri" pitchFamily="34" charset="-122"/>
                <a:cs typeface="Calibri" pitchFamily="34" charset="-120"/>
              </a:rPr>
              <a:t>cek</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lebih</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lanjut</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dengan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menggabungkan</a:t>
            </a:r>
            <a:r>
              <a:rPr lang="en-US" sz="2000" dirty="0">
                <a:solidFill>
                  <a:srgbClr val="444444"/>
                </a:solidFill>
                <a:latin typeface="Calibri" pitchFamily="34" charset="0"/>
                <a:ea typeface="Calibri" pitchFamily="34" charset="-122"/>
                <a:cs typeface="Calibri" pitchFamily="34" charset="-120"/>
              </a:rPr>
              <a:t> 4 </a:t>
            </a:r>
            <a:r>
              <a:rPr lang="en-US" sz="2000" dirty="0" err="1">
                <a:solidFill>
                  <a:srgbClr val="444444"/>
                </a:solidFill>
                <a:latin typeface="Calibri" pitchFamily="34" charset="0"/>
                <a:ea typeface="Calibri" pitchFamily="34" charset="-122"/>
                <a:cs typeface="Calibri" pitchFamily="34" charset="-120"/>
              </a:rPr>
              <a:t>tabel</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untuk</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product_ID</a:t>
            </a:r>
            <a:r>
              <a:rPr lang="en-US" sz="2000" dirty="0">
                <a:solidFill>
                  <a:srgbClr val="444444"/>
                </a:solidFill>
                <a:latin typeface="Calibri" pitchFamily="34" charset="0"/>
                <a:ea typeface="Calibri" pitchFamily="34" charset="-122"/>
                <a:cs typeface="Calibri" pitchFamily="34" charset="-120"/>
              </a:rPr>
              <a:t> '1e9e8ef04dbcff4541ed26657ea517e5'</a:t>
            </a:r>
          </a:p>
          <a:p>
            <a:pPr marL="0" indent="0">
              <a:lnSpc>
                <a:spcPct val="150000"/>
              </a:lnSpc>
              <a:buNone/>
            </a:pPr>
            <a:r>
              <a:rPr lang="en-US" sz="2000" dirty="0">
                <a:solidFill>
                  <a:srgbClr val="444444"/>
                </a:solidFill>
                <a:latin typeface="Calibri" pitchFamily="34" charset="0"/>
                <a:ea typeface="Calibri" pitchFamily="34" charset="-122"/>
                <a:cs typeface="Calibri" pitchFamily="34" charset="-120"/>
              </a:rPr>
              <a:t> </a:t>
            </a:r>
          </a:p>
        </p:txBody>
      </p:sp>
      <p:pic>
        <p:nvPicPr>
          <p:cNvPr id="6" name="Picture 5">
            <a:extLst>
              <a:ext uri="{FF2B5EF4-FFF2-40B4-BE49-F238E27FC236}">
                <a16:creationId xmlns:a16="http://schemas.microsoft.com/office/drawing/2014/main" id="{6ED779ED-3DE5-72E3-71C4-F6BF263CD01E}"/>
              </a:ext>
            </a:extLst>
          </p:cNvPr>
          <p:cNvPicPr>
            <a:picLocks noChangeAspect="1"/>
          </p:cNvPicPr>
          <p:nvPr/>
        </p:nvPicPr>
        <p:blipFill>
          <a:blip r:embed="rId3"/>
          <a:stretch>
            <a:fillRect/>
          </a:stretch>
        </p:blipFill>
        <p:spPr>
          <a:xfrm>
            <a:off x="2529653" y="1168796"/>
            <a:ext cx="7132693" cy="2798086"/>
          </a:xfrm>
          <a:prstGeom prst="rect">
            <a:avLst/>
          </a:prstGeom>
        </p:spPr>
      </p:pic>
    </p:spTree>
    <p:extLst>
      <p:ext uri="{BB962C8B-B14F-4D97-AF65-F5344CB8AC3E}">
        <p14:creationId xmlns:p14="http://schemas.microsoft.com/office/powerpoint/2010/main" val="14268928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37DA8-7358-9022-9750-94EA2B6372A3}"/>
            </a:ext>
          </a:extLst>
        </p:cNvPr>
        <p:cNvGrpSpPr/>
        <p:nvPr/>
      </p:nvGrpSpPr>
      <p:grpSpPr>
        <a:xfrm>
          <a:off x="0" y="0"/>
          <a:ext cx="0" cy="0"/>
          <a:chOff x="0" y="0"/>
          <a:chExt cx="0" cy="0"/>
        </a:xfrm>
      </p:grpSpPr>
      <p:sp>
        <p:nvSpPr>
          <p:cNvPr id="13" name="Shape 5">
            <a:extLst>
              <a:ext uri="{FF2B5EF4-FFF2-40B4-BE49-F238E27FC236}">
                <a16:creationId xmlns:a16="http://schemas.microsoft.com/office/drawing/2014/main" id="{883C00F1-D219-CEDC-A3DF-CA37B06C5941}"/>
              </a:ext>
            </a:extLst>
          </p:cNvPr>
          <p:cNvSpPr/>
          <p:nvPr/>
        </p:nvSpPr>
        <p:spPr>
          <a:xfrm>
            <a:off x="-45720" y="48342"/>
            <a:ext cx="12237720" cy="6809658"/>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sp>
      <p:sp>
        <p:nvSpPr>
          <p:cNvPr id="2" name="Text 0">
            <a:extLst>
              <a:ext uri="{FF2B5EF4-FFF2-40B4-BE49-F238E27FC236}">
                <a16:creationId xmlns:a16="http://schemas.microsoft.com/office/drawing/2014/main" id="{4B114EE3-C8EC-251B-DCCC-86ED73B21561}"/>
              </a:ext>
            </a:extLst>
          </p:cNvPr>
          <p:cNvSpPr/>
          <p:nvPr/>
        </p:nvSpPr>
        <p:spPr>
          <a:xfrm>
            <a:off x="548640" y="411480"/>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Exploration</a:t>
            </a:r>
            <a:endParaRPr lang="en-US" sz="2800" dirty="0"/>
          </a:p>
        </p:txBody>
      </p:sp>
      <p:sp>
        <p:nvSpPr>
          <p:cNvPr id="29" name="Text 26">
            <a:extLst>
              <a:ext uri="{FF2B5EF4-FFF2-40B4-BE49-F238E27FC236}">
                <a16:creationId xmlns:a16="http://schemas.microsoft.com/office/drawing/2014/main" id="{E06FCF15-C8FE-4E43-BE65-AD27D07CD11D}"/>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sp>
        <p:nvSpPr>
          <p:cNvPr id="5" name="Shape 5">
            <a:extLst>
              <a:ext uri="{FF2B5EF4-FFF2-40B4-BE49-F238E27FC236}">
                <a16:creationId xmlns:a16="http://schemas.microsoft.com/office/drawing/2014/main" id="{3D3C87F9-4BB4-7150-35BB-D7738566000D}"/>
              </a:ext>
            </a:extLst>
          </p:cNvPr>
          <p:cNvSpPr/>
          <p:nvPr/>
        </p:nvSpPr>
        <p:spPr>
          <a:xfrm>
            <a:off x="133246" y="5016144"/>
            <a:ext cx="11835333" cy="1480994"/>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7" name="Text 6">
            <a:extLst>
              <a:ext uri="{FF2B5EF4-FFF2-40B4-BE49-F238E27FC236}">
                <a16:creationId xmlns:a16="http://schemas.microsoft.com/office/drawing/2014/main" id="{302B6E9F-4D96-0DE3-03B9-4CE291017E54}"/>
              </a:ext>
            </a:extLst>
          </p:cNvPr>
          <p:cNvSpPr/>
          <p:nvPr/>
        </p:nvSpPr>
        <p:spPr>
          <a:xfrm>
            <a:off x="415435" y="5052961"/>
            <a:ext cx="5174955" cy="436321"/>
          </a:xfrm>
          <a:prstGeom prst="rect">
            <a:avLst/>
          </a:prstGeom>
          <a:noFill/>
          <a:ln/>
        </p:spPr>
        <p:txBody>
          <a:bodyPr wrap="square" rtlCol="0" anchor="ctr"/>
          <a:lstStyle/>
          <a:p>
            <a:pPr marL="0" indent="0">
              <a:buNone/>
            </a:pPr>
            <a:r>
              <a:rPr lang="en-US" sz="2000" b="1" dirty="0">
                <a:solidFill>
                  <a:srgbClr val="F2545B"/>
                </a:solidFill>
                <a:latin typeface="Cambria" pitchFamily="34" charset="0"/>
                <a:ea typeface="Cambria" pitchFamily="34" charset="-122"/>
                <a:cs typeface="Cambria" pitchFamily="34" charset="-120"/>
              </a:rPr>
              <a:t>Hasil </a:t>
            </a:r>
            <a:r>
              <a:rPr lang="en-US" sz="2000" b="1" dirty="0" err="1">
                <a:solidFill>
                  <a:srgbClr val="F2545B"/>
                </a:solidFill>
                <a:latin typeface="Cambria" pitchFamily="34" charset="0"/>
                <a:ea typeface="Cambria" pitchFamily="34" charset="-122"/>
                <a:cs typeface="Cambria" pitchFamily="34" charset="-120"/>
              </a:rPr>
              <a:t>Pengamatan</a:t>
            </a:r>
            <a:endParaRPr lang="en-US" sz="2000" dirty="0"/>
          </a:p>
        </p:txBody>
      </p:sp>
      <p:sp>
        <p:nvSpPr>
          <p:cNvPr id="9" name="Text 8">
            <a:extLst>
              <a:ext uri="{FF2B5EF4-FFF2-40B4-BE49-F238E27FC236}">
                <a16:creationId xmlns:a16="http://schemas.microsoft.com/office/drawing/2014/main" id="{DA86C961-C1D4-9CC8-0812-48B8E7C051FE}"/>
              </a:ext>
            </a:extLst>
          </p:cNvPr>
          <p:cNvSpPr/>
          <p:nvPr/>
        </p:nvSpPr>
        <p:spPr>
          <a:xfrm>
            <a:off x="367330" y="5489282"/>
            <a:ext cx="11367164" cy="1171388"/>
          </a:xfrm>
          <a:prstGeom prst="rect">
            <a:avLst/>
          </a:prstGeom>
          <a:noFill/>
          <a:ln/>
        </p:spPr>
        <p:txBody>
          <a:bodyPr wrap="square" rtlCol="0" anchor="t"/>
          <a:lstStyle/>
          <a:p>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terdapat</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duplikasi</a:t>
            </a:r>
            <a:r>
              <a:rPr lang="en-US" sz="2000" dirty="0">
                <a:solidFill>
                  <a:srgbClr val="444444"/>
                </a:solidFill>
                <a:latin typeface="Calibri" pitchFamily="34" charset="0"/>
                <a:ea typeface="Calibri" pitchFamily="34" charset="-122"/>
                <a:cs typeface="Calibri" pitchFamily="34" charset="-120"/>
              </a:rPr>
              <a:t> pada </a:t>
            </a:r>
            <a:r>
              <a:rPr lang="en-US" sz="2000" dirty="0" err="1">
                <a:solidFill>
                  <a:srgbClr val="444444"/>
                </a:solidFill>
                <a:latin typeface="Calibri" pitchFamily="34" charset="0"/>
                <a:ea typeface="Calibri" pitchFamily="34" charset="-122"/>
                <a:cs typeface="Calibri" pitchFamily="34" charset="-120"/>
              </a:rPr>
              <a:t>produk</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bernama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perfumaria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akan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dilakukan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penghapusan</a:t>
            </a:r>
            <a:r>
              <a:rPr lang="en-US" sz="2000" dirty="0">
                <a:solidFill>
                  <a:srgbClr val="444444"/>
                </a:solidFill>
                <a:latin typeface="Calibri" pitchFamily="34" charset="0"/>
                <a:ea typeface="Calibri" pitchFamily="34" charset="-122"/>
                <a:cs typeface="Calibri" pitchFamily="34" charset="-120"/>
              </a:rPr>
              <a:t> salah </a:t>
            </a:r>
            <a:r>
              <a:rPr lang="en-US" sz="2000" dirty="0" err="1">
                <a:solidFill>
                  <a:srgbClr val="444444"/>
                </a:solidFill>
                <a:latin typeface="Calibri" pitchFamily="34" charset="0"/>
                <a:ea typeface="Calibri" pitchFamily="34" charset="-122"/>
                <a:cs typeface="Calibri" pitchFamily="34" charset="-120"/>
              </a:rPr>
              <a:t>satunya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karena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nilainya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sama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semua</a:t>
            </a:r>
            <a:r>
              <a:rPr lang="en-US" sz="2000" dirty="0">
                <a:solidFill>
                  <a:srgbClr val="444444"/>
                </a:solidFill>
                <a:latin typeface="Calibri" pitchFamily="34" charset="0"/>
                <a:ea typeface="Calibri" pitchFamily="34" charset="-122"/>
                <a:cs typeface="Calibri" pitchFamily="34" charset="-120"/>
              </a:rPr>
              <a:t> pada ke-4 </a:t>
            </a:r>
            <a:r>
              <a:rPr lang="en-US" sz="2000" dirty="0" err="1">
                <a:solidFill>
                  <a:srgbClr val="444444"/>
                </a:solidFill>
                <a:latin typeface="Calibri" pitchFamily="34" charset="0"/>
                <a:ea typeface="Calibri" pitchFamily="34" charset="-122"/>
                <a:cs typeface="Calibri" pitchFamily="34" charset="-120"/>
              </a:rPr>
              <a:t>tabel</a:t>
            </a:r>
            <a:endParaRPr lang="en-US" sz="2000" dirty="0">
              <a:solidFill>
                <a:srgbClr val="444444"/>
              </a:solidFill>
              <a:latin typeface="Calibri" pitchFamily="34" charset="0"/>
              <a:ea typeface="Calibri" pitchFamily="34" charset="-122"/>
              <a:cs typeface="Calibri" pitchFamily="34" charset="-120"/>
            </a:endParaRPr>
          </a:p>
        </p:txBody>
      </p:sp>
      <p:pic>
        <p:nvPicPr>
          <p:cNvPr id="4" name="Picture 3">
            <a:extLst>
              <a:ext uri="{FF2B5EF4-FFF2-40B4-BE49-F238E27FC236}">
                <a16:creationId xmlns:a16="http://schemas.microsoft.com/office/drawing/2014/main" id="{01FEFC2C-A2D0-5E41-F8C6-EAEE1EF6EE8B}"/>
              </a:ext>
            </a:extLst>
          </p:cNvPr>
          <p:cNvPicPr>
            <a:picLocks noChangeAspect="1"/>
          </p:cNvPicPr>
          <p:nvPr/>
        </p:nvPicPr>
        <p:blipFill>
          <a:blip r:embed="rId3"/>
          <a:stretch>
            <a:fillRect/>
          </a:stretch>
        </p:blipFill>
        <p:spPr>
          <a:xfrm>
            <a:off x="3002912" y="996937"/>
            <a:ext cx="5509076" cy="3784319"/>
          </a:xfrm>
          <a:prstGeom prst="rect">
            <a:avLst/>
          </a:prstGeom>
        </p:spPr>
      </p:pic>
    </p:spTree>
    <p:extLst>
      <p:ext uri="{BB962C8B-B14F-4D97-AF65-F5344CB8AC3E}">
        <p14:creationId xmlns:p14="http://schemas.microsoft.com/office/powerpoint/2010/main" val="6751552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8DFE6-E50C-B3CF-0DCD-1EDA35B95682}"/>
            </a:ext>
          </a:extLst>
        </p:cNvPr>
        <p:cNvGrpSpPr/>
        <p:nvPr/>
      </p:nvGrpSpPr>
      <p:grpSpPr>
        <a:xfrm>
          <a:off x="0" y="0"/>
          <a:ext cx="0" cy="0"/>
          <a:chOff x="0" y="0"/>
          <a:chExt cx="0" cy="0"/>
        </a:xfrm>
      </p:grpSpPr>
      <p:sp>
        <p:nvSpPr>
          <p:cNvPr id="13" name="Shape 5">
            <a:extLst>
              <a:ext uri="{FF2B5EF4-FFF2-40B4-BE49-F238E27FC236}">
                <a16:creationId xmlns:a16="http://schemas.microsoft.com/office/drawing/2014/main" id="{DF221D54-9D24-DEC2-8A81-822848BC9B4E}"/>
              </a:ext>
            </a:extLst>
          </p:cNvPr>
          <p:cNvSpPr/>
          <p:nvPr/>
        </p:nvSpPr>
        <p:spPr>
          <a:xfrm>
            <a:off x="-45720" y="48342"/>
            <a:ext cx="12237720" cy="6809658"/>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sp>
      <p:sp>
        <p:nvSpPr>
          <p:cNvPr id="2" name="Text 0">
            <a:extLst>
              <a:ext uri="{FF2B5EF4-FFF2-40B4-BE49-F238E27FC236}">
                <a16:creationId xmlns:a16="http://schemas.microsoft.com/office/drawing/2014/main" id="{20FBD869-005A-9034-6D38-7E2AD9AE5666}"/>
              </a:ext>
            </a:extLst>
          </p:cNvPr>
          <p:cNvSpPr/>
          <p:nvPr/>
        </p:nvSpPr>
        <p:spPr>
          <a:xfrm>
            <a:off x="548640" y="411480"/>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Exploration</a:t>
            </a:r>
            <a:endParaRPr lang="en-US" sz="2800" dirty="0"/>
          </a:p>
        </p:txBody>
      </p:sp>
      <p:sp>
        <p:nvSpPr>
          <p:cNvPr id="29" name="Text 26">
            <a:extLst>
              <a:ext uri="{FF2B5EF4-FFF2-40B4-BE49-F238E27FC236}">
                <a16:creationId xmlns:a16="http://schemas.microsoft.com/office/drawing/2014/main" id="{4B0D5120-0B59-AC16-0FC8-30DF2517BC0B}"/>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sp>
        <p:nvSpPr>
          <p:cNvPr id="5" name="Shape 5">
            <a:extLst>
              <a:ext uri="{FF2B5EF4-FFF2-40B4-BE49-F238E27FC236}">
                <a16:creationId xmlns:a16="http://schemas.microsoft.com/office/drawing/2014/main" id="{A0A025C5-FB3B-8DD3-EB34-942E88FE21C4}"/>
              </a:ext>
            </a:extLst>
          </p:cNvPr>
          <p:cNvSpPr/>
          <p:nvPr/>
        </p:nvSpPr>
        <p:spPr>
          <a:xfrm>
            <a:off x="133246" y="5016144"/>
            <a:ext cx="11835333" cy="1480994"/>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7" name="Text 6">
            <a:extLst>
              <a:ext uri="{FF2B5EF4-FFF2-40B4-BE49-F238E27FC236}">
                <a16:creationId xmlns:a16="http://schemas.microsoft.com/office/drawing/2014/main" id="{A8561556-077A-5FE7-D2C5-D384592D72EF}"/>
              </a:ext>
            </a:extLst>
          </p:cNvPr>
          <p:cNvSpPr/>
          <p:nvPr/>
        </p:nvSpPr>
        <p:spPr>
          <a:xfrm>
            <a:off x="415435" y="5052961"/>
            <a:ext cx="5174955" cy="436321"/>
          </a:xfrm>
          <a:prstGeom prst="rect">
            <a:avLst/>
          </a:prstGeom>
          <a:noFill/>
          <a:ln/>
        </p:spPr>
        <p:txBody>
          <a:bodyPr wrap="square" rtlCol="0" anchor="ctr"/>
          <a:lstStyle/>
          <a:p>
            <a:pPr marL="0" indent="0">
              <a:buNone/>
            </a:pPr>
            <a:r>
              <a:rPr lang="en-US" sz="2000" b="1" dirty="0">
                <a:solidFill>
                  <a:srgbClr val="F2545B"/>
                </a:solidFill>
                <a:latin typeface="Cambria" pitchFamily="34" charset="0"/>
                <a:ea typeface="Cambria" pitchFamily="34" charset="-122"/>
                <a:cs typeface="Cambria" pitchFamily="34" charset="-120"/>
              </a:rPr>
              <a:t>Hasil </a:t>
            </a:r>
            <a:r>
              <a:rPr lang="en-US" sz="2000" b="1" dirty="0" err="1">
                <a:solidFill>
                  <a:srgbClr val="F2545B"/>
                </a:solidFill>
                <a:latin typeface="Cambria" pitchFamily="34" charset="0"/>
                <a:ea typeface="Cambria" pitchFamily="34" charset="-122"/>
                <a:cs typeface="Cambria" pitchFamily="34" charset="-120"/>
              </a:rPr>
              <a:t>Pengamatan</a:t>
            </a:r>
            <a:endParaRPr lang="en-US" sz="2000" dirty="0"/>
          </a:p>
        </p:txBody>
      </p:sp>
      <p:sp>
        <p:nvSpPr>
          <p:cNvPr id="9" name="Text 8">
            <a:extLst>
              <a:ext uri="{FF2B5EF4-FFF2-40B4-BE49-F238E27FC236}">
                <a16:creationId xmlns:a16="http://schemas.microsoft.com/office/drawing/2014/main" id="{E06E4A55-94C1-F2B2-F0DF-AFE6DC4DC600}"/>
              </a:ext>
            </a:extLst>
          </p:cNvPr>
          <p:cNvSpPr/>
          <p:nvPr/>
        </p:nvSpPr>
        <p:spPr>
          <a:xfrm>
            <a:off x="367330" y="5489282"/>
            <a:ext cx="11367164" cy="1171388"/>
          </a:xfrm>
          <a:prstGeom prst="rect">
            <a:avLst/>
          </a:prstGeom>
          <a:noFill/>
          <a:ln/>
        </p:spPr>
        <p:txBody>
          <a:bodyPr wrap="square" rtlCol="0" anchor="t"/>
          <a:lstStyle/>
          <a:p>
            <a:r>
              <a:rPr lang="en-US" sz="1700" dirty="0" err="1">
                <a:solidFill>
                  <a:srgbClr val="444444"/>
                </a:solidFill>
                <a:latin typeface="Calibri" pitchFamily="34" charset="0"/>
                <a:ea typeface="Calibri" pitchFamily="34" charset="-122"/>
                <a:cs typeface="Calibri" pitchFamily="34" charset="-120"/>
              </a:rPr>
              <a:t>terdapat</a:t>
            </a:r>
            <a:r>
              <a:rPr lang="en-US" sz="1700" dirty="0">
                <a:solidFill>
                  <a:srgbClr val="444444"/>
                </a:solidFill>
                <a:latin typeface="Calibri" pitchFamily="34" charset="0"/>
                <a:ea typeface="Calibri" pitchFamily="34" charset="-122"/>
                <a:cs typeface="Calibri" pitchFamily="34" charset="-120"/>
              </a:rPr>
              <a:t> </a:t>
            </a:r>
            <a:r>
              <a:rPr lang="en-US" sz="1700" dirty="0" err="1">
                <a:solidFill>
                  <a:srgbClr val="444444"/>
                </a:solidFill>
                <a:latin typeface="Calibri" pitchFamily="34" charset="0"/>
                <a:ea typeface="Calibri" pitchFamily="34" charset="-122"/>
                <a:cs typeface="Calibri" pitchFamily="34" charset="-120"/>
              </a:rPr>
              <a:t>nilai</a:t>
            </a:r>
            <a:r>
              <a:rPr lang="en-US" sz="1700" dirty="0">
                <a:solidFill>
                  <a:srgbClr val="444444"/>
                </a:solidFill>
                <a:latin typeface="Calibri" pitchFamily="34" charset="0"/>
                <a:ea typeface="Calibri" pitchFamily="34" charset="-122"/>
                <a:cs typeface="Calibri" pitchFamily="34" charset="-120"/>
              </a:rPr>
              <a:t> </a:t>
            </a:r>
            <a:r>
              <a:rPr lang="en-US" sz="1700" dirty="0" err="1">
                <a:solidFill>
                  <a:srgbClr val="444444"/>
                </a:solidFill>
                <a:latin typeface="Calibri" pitchFamily="34" charset="0"/>
                <a:ea typeface="Calibri" pitchFamily="34" charset="-122"/>
                <a:cs typeface="Calibri" pitchFamily="34" charset="-120"/>
              </a:rPr>
              <a:t>kolom</a:t>
            </a:r>
            <a:r>
              <a:rPr lang="en-US" sz="1700" dirty="0">
                <a:solidFill>
                  <a:srgbClr val="444444"/>
                </a:solidFill>
                <a:latin typeface="Calibri" pitchFamily="34" charset="0"/>
                <a:ea typeface="Calibri" pitchFamily="34" charset="-122"/>
                <a:cs typeface="Calibri" pitchFamily="34" charset="-120"/>
              </a:rPr>
              <a:t> yang </a:t>
            </a:r>
            <a:r>
              <a:rPr lang="en-US" sz="1700" dirty="0" err="1">
                <a:solidFill>
                  <a:srgbClr val="444444"/>
                </a:solidFill>
                <a:latin typeface="Calibri" pitchFamily="34" charset="0"/>
                <a:ea typeface="Calibri" pitchFamily="34" charset="-122"/>
                <a:cs typeface="Calibri" pitchFamily="34" charset="-120"/>
              </a:rPr>
              <a:t>kosong</a:t>
            </a:r>
            <a:r>
              <a:rPr lang="en-US" sz="1700" dirty="0">
                <a:solidFill>
                  <a:srgbClr val="444444"/>
                </a:solidFill>
                <a:latin typeface="Calibri" pitchFamily="34" charset="0"/>
                <a:ea typeface="Calibri" pitchFamily="34" charset="-122"/>
                <a:cs typeface="Calibri" pitchFamily="34" charset="-120"/>
              </a:rPr>
              <a:t> pada </a:t>
            </a:r>
            <a:r>
              <a:rPr lang="en-US" sz="1700" dirty="0" err="1">
                <a:solidFill>
                  <a:srgbClr val="444444"/>
                </a:solidFill>
                <a:latin typeface="Calibri" pitchFamily="34" charset="0"/>
                <a:ea typeface="Calibri" pitchFamily="34" charset="-122"/>
                <a:cs typeface="Calibri" pitchFamily="34" charset="-120"/>
              </a:rPr>
              <a:t>tabel</a:t>
            </a:r>
            <a:r>
              <a:rPr lang="en-US" sz="1700" dirty="0">
                <a:solidFill>
                  <a:srgbClr val="444444"/>
                </a:solidFill>
                <a:latin typeface="Calibri" pitchFamily="34" charset="0"/>
                <a:ea typeface="Calibri" pitchFamily="34" charset="-122"/>
                <a:cs typeface="Calibri" pitchFamily="34" charset="-120"/>
              </a:rPr>
              <a:t> </a:t>
            </a:r>
            <a:r>
              <a:rPr lang="en-US" sz="1700" dirty="0" err="1">
                <a:solidFill>
                  <a:srgbClr val="444444"/>
                </a:solidFill>
                <a:latin typeface="Calibri" pitchFamily="34" charset="0"/>
                <a:ea typeface="Calibri" pitchFamily="34" charset="-122"/>
                <a:cs typeface="Calibri" pitchFamily="34" charset="-120"/>
              </a:rPr>
              <a:t>olist_orders_dataset</a:t>
            </a:r>
            <a:r>
              <a:rPr lang="en-US" sz="1700" dirty="0">
                <a:solidFill>
                  <a:srgbClr val="444444"/>
                </a:solidFill>
                <a:latin typeface="Calibri" pitchFamily="34" charset="0"/>
                <a:ea typeface="Calibri" pitchFamily="34" charset="-122"/>
                <a:cs typeface="Calibri" pitchFamily="34" charset="-120"/>
              </a:rPr>
              <a:t> </a:t>
            </a:r>
            <a:r>
              <a:rPr lang="en-US" sz="1700" dirty="0" err="1">
                <a:solidFill>
                  <a:srgbClr val="444444"/>
                </a:solidFill>
                <a:latin typeface="Calibri" pitchFamily="34" charset="0"/>
                <a:ea typeface="Calibri" pitchFamily="34" charset="-122"/>
                <a:cs typeface="Calibri" pitchFamily="34" charset="-120"/>
              </a:rPr>
              <a:t>antara</a:t>
            </a:r>
            <a:r>
              <a:rPr lang="en-US" sz="1700" dirty="0">
                <a:solidFill>
                  <a:srgbClr val="444444"/>
                </a:solidFill>
                <a:latin typeface="Calibri" pitchFamily="34" charset="0"/>
                <a:ea typeface="Calibri" pitchFamily="34" charset="-122"/>
                <a:cs typeface="Calibri" pitchFamily="34" charset="-120"/>
              </a:rPr>
              <a:t> lain </a:t>
            </a:r>
            <a:r>
              <a:rPr lang="en-US" sz="1700" dirty="0" err="1">
                <a:solidFill>
                  <a:srgbClr val="444444"/>
                </a:solidFill>
                <a:latin typeface="Calibri" pitchFamily="34" charset="0"/>
                <a:ea typeface="Calibri" pitchFamily="34" charset="-122"/>
                <a:cs typeface="Calibri" pitchFamily="34" charset="-120"/>
              </a:rPr>
              <a:t>kolom</a:t>
            </a:r>
            <a:r>
              <a:rPr lang="en-US" sz="1700" dirty="0">
                <a:solidFill>
                  <a:srgbClr val="444444"/>
                </a:solidFill>
                <a:latin typeface="Calibri" pitchFamily="34" charset="0"/>
                <a:ea typeface="Calibri" pitchFamily="34" charset="-122"/>
                <a:cs typeface="Calibri" pitchFamily="34" charset="-120"/>
              </a:rPr>
              <a:t> </a:t>
            </a:r>
            <a:r>
              <a:rPr lang="en-US" sz="1700" dirty="0" err="1">
                <a:solidFill>
                  <a:srgbClr val="444444"/>
                </a:solidFill>
                <a:latin typeface="Calibri" pitchFamily="34" charset="0"/>
                <a:ea typeface="Calibri" pitchFamily="34" charset="-122"/>
                <a:cs typeface="Calibri" pitchFamily="34" charset="-120"/>
              </a:rPr>
              <a:t>order_approved_at</a:t>
            </a:r>
            <a:r>
              <a:rPr lang="en-US" sz="1700" dirty="0">
                <a:solidFill>
                  <a:srgbClr val="444444"/>
                </a:solidFill>
                <a:latin typeface="Calibri" pitchFamily="34" charset="0"/>
                <a:ea typeface="Calibri" pitchFamily="34" charset="-122"/>
                <a:cs typeface="Calibri" pitchFamily="34" charset="-120"/>
              </a:rPr>
              <a:t> </a:t>
            </a:r>
            <a:r>
              <a:rPr lang="en-US" sz="1700" dirty="0" err="1">
                <a:solidFill>
                  <a:srgbClr val="444444"/>
                </a:solidFill>
                <a:latin typeface="Calibri" pitchFamily="34" charset="0"/>
                <a:ea typeface="Calibri" pitchFamily="34" charset="-122"/>
                <a:cs typeface="Calibri" pitchFamily="34" charset="-120"/>
              </a:rPr>
              <a:t>sebanyak</a:t>
            </a:r>
            <a:r>
              <a:rPr lang="en-US" sz="1700" dirty="0">
                <a:solidFill>
                  <a:srgbClr val="444444"/>
                </a:solidFill>
                <a:latin typeface="Calibri" pitchFamily="34" charset="0"/>
                <a:ea typeface="Calibri" pitchFamily="34" charset="-122"/>
                <a:cs typeface="Calibri" pitchFamily="34" charset="-120"/>
              </a:rPr>
              <a:t> 160 baris, </a:t>
            </a:r>
          </a:p>
          <a:p>
            <a:r>
              <a:rPr lang="en-US" sz="1700" dirty="0">
                <a:solidFill>
                  <a:srgbClr val="444444"/>
                </a:solidFill>
                <a:latin typeface="Calibri" pitchFamily="34" charset="0"/>
                <a:ea typeface="Calibri" pitchFamily="34" charset="-122"/>
                <a:cs typeface="Calibri" pitchFamily="34" charset="-120"/>
              </a:rPr>
              <a:t> </a:t>
            </a:r>
            <a:r>
              <a:rPr lang="en-US" sz="1700" dirty="0" err="1">
                <a:solidFill>
                  <a:srgbClr val="444444"/>
                </a:solidFill>
                <a:latin typeface="Calibri" pitchFamily="34" charset="0"/>
                <a:ea typeface="Calibri" pitchFamily="34" charset="-122"/>
                <a:cs typeface="Calibri" pitchFamily="34" charset="-120"/>
              </a:rPr>
              <a:t>kolom</a:t>
            </a:r>
            <a:r>
              <a:rPr lang="en-US" sz="1700" dirty="0">
                <a:solidFill>
                  <a:srgbClr val="444444"/>
                </a:solidFill>
                <a:latin typeface="Calibri" pitchFamily="34" charset="0"/>
                <a:ea typeface="Calibri" pitchFamily="34" charset="-122"/>
                <a:cs typeface="Calibri" pitchFamily="34" charset="-120"/>
              </a:rPr>
              <a:t> </a:t>
            </a:r>
            <a:r>
              <a:rPr lang="en-US" sz="1700" dirty="0" err="1">
                <a:solidFill>
                  <a:srgbClr val="444444"/>
                </a:solidFill>
                <a:latin typeface="Calibri" pitchFamily="34" charset="0"/>
                <a:ea typeface="Calibri" pitchFamily="34" charset="-122"/>
                <a:cs typeface="Calibri" pitchFamily="34" charset="-120"/>
              </a:rPr>
              <a:t>order_delivered_carrier_date</a:t>
            </a:r>
            <a:r>
              <a:rPr lang="en-US" sz="1700" dirty="0">
                <a:solidFill>
                  <a:srgbClr val="444444"/>
                </a:solidFill>
                <a:latin typeface="Calibri" pitchFamily="34" charset="0"/>
                <a:ea typeface="Calibri" pitchFamily="34" charset="-122"/>
                <a:cs typeface="Calibri" pitchFamily="34" charset="-120"/>
              </a:rPr>
              <a:t> </a:t>
            </a:r>
            <a:r>
              <a:rPr lang="en-US" sz="1700" dirty="0" err="1">
                <a:solidFill>
                  <a:srgbClr val="444444"/>
                </a:solidFill>
                <a:latin typeface="Calibri" pitchFamily="34" charset="0"/>
                <a:ea typeface="Calibri" pitchFamily="34" charset="-122"/>
                <a:cs typeface="Calibri" pitchFamily="34" charset="-120"/>
              </a:rPr>
              <a:t>sebanyak</a:t>
            </a:r>
            <a:r>
              <a:rPr lang="en-US" sz="1700" dirty="0">
                <a:solidFill>
                  <a:srgbClr val="444444"/>
                </a:solidFill>
                <a:latin typeface="Calibri" pitchFamily="34" charset="0"/>
                <a:ea typeface="Calibri" pitchFamily="34" charset="-122"/>
                <a:cs typeface="Calibri" pitchFamily="34" charset="-120"/>
              </a:rPr>
              <a:t> 1783 baris, </a:t>
            </a:r>
            <a:r>
              <a:rPr lang="en-US" sz="1700" dirty="0" err="1">
                <a:solidFill>
                  <a:srgbClr val="444444"/>
                </a:solidFill>
                <a:latin typeface="Calibri" pitchFamily="34" charset="0"/>
                <a:ea typeface="Calibri" pitchFamily="34" charset="-122"/>
                <a:cs typeface="Calibri" pitchFamily="34" charset="-120"/>
              </a:rPr>
              <a:t>order_delivered_customer_date</a:t>
            </a:r>
            <a:r>
              <a:rPr lang="en-US" sz="1700" dirty="0">
                <a:solidFill>
                  <a:srgbClr val="444444"/>
                </a:solidFill>
                <a:latin typeface="Calibri" pitchFamily="34" charset="0"/>
                <a:ea typeface="Calibri" pitchFamily="34" charset="-122"/>
                <a:cs typeface="Calibri" pitchFamily="34" charset="-120"/>
              </a:rPr>
              <a:t> </a:t>
            </a:r>
            <a:r>
              <a:rPr lang="en-US" sz="1700" dirty="0" err="1">
                <a:solidFill>
                  <a:srgbClr val="444444"/>
                </a:solidFill>
                <a:latin typeface="Calibri" pitchFamily="34" charset="0"/>
                <a:ea typeface="Calibri" pitchFamily="34" charset="-122"/>
                <a:cs typeface="Calibri" pitchFamily="34" charset="-120"/>
              </a:rPr>
              <a:t>sebanyak</a:t>
            </a:r>
            <a:r>
              <a:rPr lang="en-US" sz="1700" dirty="0">
                <a:solidFill>
                  <a:srgbClr val="444444"/>
                </a:solidFill>
                <a:latin typeface="Calibri" pitchFamily="34" charset="0"/>
                <a:ea typeface="Calibri" pitchFamily="34" charset="-122"/>
                <a:cs typeface="Calibri" pitchFamily="34" charset="-120"/>
              </a:rPr>
              <a:t> 2965 baris </a:t>
            </a:r>
            <a:r>
              <a:rPr lang="en-US" sz="1700" dirty="0" err="1">
                <a:solidFill>
                  <a:srgbClr val="444444"/>
                </a:solidFill>
                <a:latin typeface="Calibri" pitchFamily="34" charset="0"/>
                <a:ea typeface="Calibri" pitchFamily="34" charset="-122"/>
                <a:cs typeface="Calibri" pitchFamily="34" charset="-120"/>
              </a:rPr>
              <a:t>sisanya</a:t>
            </a:r>
            <a:r>
              <a:rPr lang="en-US" sz="1700" dirty="0">
                <a:solidFill>
                  <a:srgbClr val="444444"/>
                </a:solidFill>
                <a:latin typeface="Calibri" pitchFamily="34" charset="0"/>
                <a:ea typeface="Calibri" pitchFamily="34" charset="-122"/>
                <a:cs typeface="Calibri" pitchFamily="34" charset="-120"/>
              </a:rPr>
              <a:t> </a:t>
            </a:r>
            <a:r>
              <a:rPr lang="en-US" sz="1700" dirty="0" err="1">
                <a:solidFill>
                  <a:srgbClr val="444444"/>
                </a:solidFill>
                <a:latin typeface="Calibri" pitchFamily="34" charset="0"/>
                <a:ea typeface="Calibri" pitchFamily="34" charset="-122"/>
                <a:cs typeface="Calibri" pitchFamily="34" charset="-120"/>
              </a:rPr>
              <a:t>tidak</a:t>
            </a:r>
            <a:r>
              <a:rPr lang="en-US" sz="1700" dirty="0">
                <a:solidFill>
                  <a:srgbClr val="444444"/>
                </a:solidFill>
                <a:latin typeface="Calibri" pitchFamily="34" charset="0"/>
                <a:ea typeface="Calibri" pitchFamily="34" charset="-122"/>
                <a:cs typeface="Calibri" pitchFamily="34" charset="-120"/>
              </a:rPr>
              <a:t> </a:t>
            </a:r>
            <a:r>
              <a:rPr lang="en-US" sz="1700" dirty="0" err="1">
                <a:solidFill>
                  <a:srgbClr val="444444"/>
                </a:solidFill>
                <a:latin typeface="Calibri" pitchFamily="34" charset="0"/>
                <a:ea typeface="Calibri" pitchFamily="34" charset="-122"/>
                <a:cs typeface="Calibri" pitchFamily="34" charset="-120"/>
              </a:rPr>
              <a:t>ada</a:t>
            </a:r>
            <a:r>
              <a:rPr lang="en-US" sz="1700" dirty="0">
                <a:solidFill>
                  <a:srgbClr val="444444"/>
                </a:solidFill>
                <a:latin typeface="Calibri" pitchFamily="34" charset="0"/>
                <a:ea typeface="Calibri" pitchFamily="34" charset="-122"/>
                <a:cs typeface="Calibri" pitchFamily="34" charset="-120"/>
              </a:rPr>
              <a:t> data yang </a:t>
            </a:r>
            <a:r>
              <a:rPr lang="en-US" sz="1700" dirty="0" err="1">
                <a:solidFill>
                  <a:srgbClr val="444444"/>
                </a:solidFill>
                <a:latin typeface="Calibri" pitchFamily="34" charset="0"/>
                <a:ea typeface="Calibri" pitchFamily="34" charset="-122"/>
                <a:cs typeface="Calibri" pitchFamily="34" charset="-120"/>
              </a:rPr>
              <a:t>kosong</a:t>
            </a:r>
            <a:r>
              <a:rPr lang="en-US" sz="1700" dirty="0">
                <a:solidFill>
                  <a:srgbClr val="444444"/>
                </a:solidFill>
                <a:latin typeface="Calibri" pitchFamily="34" charset="0"/>
                <a:ea typeface="Calibri" pitchFamily="34" charset="-122"/>
                <a:cs typeface="Calibri" pitchFamily="34" charset="-120"/>
              </a:rPr>
              <a:t> dan </a:t>
            </a:r>
            <a:r>
              <a:rPr lang="en-US" sz="1700" dirty="0" err="1">
                <a:solidFill>
                  <a:srgbClr val="444444"/>
                </a:solidFill>
                <a:latin typeface="Calibri" pitchFamily="34" charset="0"/>
                <a:ea typeface="Calibri" pitchFamily="34" charset="-122"/>
                <a:cs typeface="Calibri" pitchFamily="34" charset="-120"/>
              </a:rPr>
              <a:t>sudah</a:t>
            </a:r>
            <a:r>
              <a:rPr lang="en-US" sz="1700" dirty="0">
                <a:solidFill>
                  <a:srgbClr val="444444"/>
                </a:solidFill>
                <a:latin typeface="Calibri" pitchFamily="34" charset="0"/>
                <a:ea typeface="Calibri" pitchFamily="34" charset="-122"/>
                <a:cs typeface="Calibri" pitchFamily="34" charset="-120"/>
              </a:rPr>
              <a:t> </a:t>
            </a:r>
            <a:r>
              <a:rPr lang="en-US" sz="1700" dirty="0" err="1">
                <a:solidFill>
                  <a:srgbClr val="444444"/>
                </a:solidFill>
                <a:latin typeface="Calibri" pitchFamily="34" charset="0"/>
                <a:ea typeface="Calibri" pitchFamily="34" charset="-122"/>
                <a:cs typeface="Calibri" pitchFamily="34" charset="-120"/>
              </a:rPr>
              <a:t>terisi</a:t>
            </a:r>
            <a:r>
              <a:rPr lang="en-US" sz="1700" dirty="0">
                <a:solidFill>
                  <a:srgbClr val="444444"/>
                </a:solidFill>
                <a:latin typeface="Calibri" pitchFamily="34" charset="0"/>
                <a:ea typeface="Calibri" pitchFamily="34" charset="-122"/>
                <a:cs typeface="Calibri" pitchFamily="34" charset="-120"/>
              </a:rPr>
              <a:t> </a:t>
            </a:r>
          </a:p>
          <a:p>
            <a:r>
              <a:rPr lang="en-US" sz="1700" dirty="0">
                <a:solidFill>
                  <a:srgbClr val="444444"/>
                </a:solidFill>
                <a:latin typeface="Calibri" pitchFamily="34" charset="0"/>
                <a:ea typeface="Calibri" pitchFamily="34" charset="-122"/>
                <a:cs typeface="Calibri" pitchFamily="34" charset="-120"/>
              </a:rPr>
              <a:t> </a:t>
            </a:r>
            <a:r>
              <a:rPr lang="en-US" sz="1700" dirty="0" err="1">
                <a:solidFill>
                  <a:srgbClr val="444444"/>
                </a:solidFill>
                <a:latin typeface="Calibri" pitchFamily="34" charset="0"/>
                <a:ea typeface="Calibri" pitchFamily="34" charset="-122"/>
                <a:cs typeface="Calibri" pitchFamily="34" charset="-120"/>
              </a:rPr>
              <a:t>lalu</a:t>
            </a:r>
            <a:r>
              <a:rPr lang="en-US" sz="1700" dirty="0">
                <a:solidFill>
                  <a:srgbClr val="444444"/>
                </a:solidFill>
                <a:latin typeface="Calibri" pitchFamily="34" charset="0"/>
                <a:ea typeface="Calibri" pitchFamily="34" charset="-122"/>
                <a:cs typeface="Calibri" pitchFamily="34" charset="-120"/>
              </a:rPr>
              <a:t> </a:t>
            </a:r>
            <a:r>
              <a:rPr lang="en-US" sz="1700" dirty="0" err="1">
                <a:solidFill>
                  <a:srgbClr val="444444"/>
                </a:solidFill>
                <a:latin typeface="Calibri" pitchFamily="34" charset="0"/>
                <a:ea typeface="Calibri" pitchFamily="34" charset="-122"/>
                <a:cs typeface="Calibri" pitchFamily="34" charset="-120"/>
              </a:rPr>
              <a:t>banyak</a:t>
            </a:r>
            <a:r>
              <a:rPr lang="en-US" sz="1700" dirty="0">
                <a:solidFill>
                  <a:srgbClr val="444444"/>
                </a:solidFill>
                <a:latin typeface="Calibri" pitchFamily="34" charset="0"/>
                <a:ea typeface="Calibri" pitchFamily="34" charset="-122"/>
                <a:cs typeface="Calibri" pitchFamily="34" charset="-120"/>
              </a:rPr>
              <a:t> data </a:t>
            </a:r>
            <a:r>
              <a:rPr lang="en-US" sz="1700" dirty="0" err="1">
                <a:solidFill>
                  <a:srgbClr val="444444"/>
                </a:solidFill>
                <a:latin typeface="Calibri" pitchFamily="34" charset="0"/>
                <a:ea typeface="Calibri" pitchFamily="34" charset="-122"/>
                <a:cs typeface="Calibri" pitchFamily="34" charset="-120"/>
              </a:rPr>
              <a:t>kosong</a:t>
            </a:r>
            <a:r>
              <a:rPr lang="en-US" sz="1700" dirty="0">
                <a:solidFill>
                  <a:srgbClr val="444444"/>
                </a:solidFill>
                <a:latin typeface="Calibri" pitchFamily="34" charset="0"/>
                <a:ea typeface="Calibri" pitchFamily="34" charset="-122"/>
                <a:cs typeface="Calibri" pitchFamily="34" charset="-120"/>
              </a:rPr>
              <a:t> pada </a:t>
            </a:r>
            <a:r>
              <a:rPr lang="en-US" sz="1700" dirty="0" err="1">
                <a:solidFill>
                  <a:srgbClr val="444444"/>
                </a:solidFill>
                <a:latin typeface="Calibri" pitchFamily="34" charset="0"/>
                <a:ea typeface="Calibri" pitchFamily="34" charset="-122"/>
                <a:cs typeface="Calibri" pitchFamily="34" charset="-120"/>
              </a:rPr>
              <a:t>tabel</a:t>
            </a:r>
            <a:r>
              <a:rPr lang="en-US" sz="1700" dirty="0">
                <a:solidFill>
                  <a:srgbClr val="444444"/>
                </a:solidFill>
                <a:latin typeface="Calibri" pitchFamily="34" charset="0"/>
                <a:ea typeface="Calibri" pitchFamily="34" charset="-122"/>
                <a:cs typeface="Calibri" pitchFamily="34" charset="-120"/>
              </a:rPr>
              <a:t> </a:t>
            </a:r>
            <a:r>
              <a:rPr lang="en-US" sz="1700" dirty="0" err="1">
                <a:solidFill>
                  <a:srgbClr val="444444"/>
                </a:solidFill>
                <a:latin typeface="Calibri" pitchFamily="34" charset="0"/>
                <a:ea typeface="Calibri" pitchFamily="34" charset="-122"/>
                <a:cs typeface="Calibri" pitchFamily="34" charset="-120"/>
              </a:rPr>
              <a:t>olist_products_dataset</a:t>
            </a:r>
            <a:br>
              <a:rPr lang="en-US" sz="2000" dirty="0">
                <a:solidFill>
                  <a:srgbClr val="444444"/>
                </a:solidFill>
                <a:latin typeface="Calibri" pitchFamily="34" charset="0"/>
                <a:ea typeface="Calibri" pitchFamily="34" charset="-122"/>
                <a:cs typeface="Calibri" pitchFamily="34" charset="-120"/>
              </a:rPr>
            </a:br>
            <a:endParaRPr lang="en-US" sz="2000" dirty="0">
              <a:solidFill>
                <a:srgbClr val="444444"/>
              </a:solidFill>
              <a:latin typeface="Calibri" pitchFamily="34" charset="0"/>
              <a:ea typeface="Calibri" pitchFamily="34" charset="-122"/>
              <a:cs typeface="Calibri" pitchFamily="34" charset="-120"/>
            </a:endParaRPr>
          </a:p>
        </p:txBody>
      </p:sp>
      <p:pic>
        <p:nvPicPr>
          <p:cNvPr id="6" name="Picture 5">
            <a:extLst>
              <a:ext uri="{FF2B5EF4-FFF2-40B4-BE49-F238E27FC236}">
                <a16:creationId xmlns:a16="http://schemas.microsoft.com/office/drawing/2014/main" id="{B5A063EE-1CFD-B81A-8689-F23B0ED36E78}"/>
              </a:ext>
            </a:extLst>
          </p:cNvPr>
          <p:cNvPicPr>
            <a:picLocks noChangeAspect="1"/>
          </p:cNvPicPr>
          <p:nvPr/>
        </p:nvPicPr>
        <p:blipFill>
          <a:blip r:embed="rId3"/>
          <a:stretch>
            <a:fillRect/>
          </a:stretch>
        </p:blipFill>
        <p:spPr>
          <a:xfrm>
            <a:off x="367330" y="1433258"/>
            <a:ext cx="5210081" cy="3222024"/>
          </a:xfrm>
          <a:prstGeom prst="rect">
            <a:avLst/>
          </a:prstGeom>
        </p:spPr>
      </p:pic>
      <p:pic>
        <p:nvPicPr>
          <p:cNvPr id="11" name="Picture 10">
            <a:extLst>
              <a:ext uri="{FF2B5EF4-FFF2-40B4-BE49-F238E27FC236}">
                <a16:creationId xmlns:a16="http://schemas.microsoft.com/office/drawing/2014/main" id="{37E5A9C3-6E57-F112-A399-1F667F01F83A}"/>
              </a:ext>
            </a:extLst>
          </p:cNvPr>
          <p:cNvPicPr>
            <a:picLocks noChangeAspect="1"/>
          </p:cNvPicPr>
          <p:nvPr/>
        </p:nvPicPr>
        <p:blipFill>
          <a:blip r:embed="rId4"/>
          <a:stretch>
            <a:fillRect/>
          </a:stretch>
        </p:blipFill>
        <p:spPr>
          <a:xfrm>
            <a:off x="6418506" y="1428130"/>
            <a:ext cx="4581188" cy="3239224"/>
          </a:xfrm>
          <a:prstGeom prst="rect">
            <a:avLst/>
          </a:prstGeom>
        </p:spPr>
      </p:pic>
      <p:sp>
        <p:nvSpPr>
          <p:cNvPr id="14" name="Text 6">
            <a:extLst>
              <a:ext uri="{FF2B5EF4-FFF2-40B4-BE49-F238E27FC236}">
                <a16:creationId xmlns:a16="http://schemas.microsoft.com/office/drawing/2014/main" id="{5515FD33-3B08-F8E4-59BF-BB16B43A48A0}"/>
              </a:ext>
            </a:extLst>
          </p:cNvPr>
          <p:cNvSpPr/>
          <p:nvPr/>
        </p:nvSpPr>
        <p:spPr>
          <a:xfrm>
            <a:off x="367331" y="893418"/>
            <a:ext cx="5174955" cy="436321"/>
          </a:xfrm>
          <a:prstGeom prst="rect">
            <a:avLst/>
          </a:prstGeom>
          <a:noFill/>
          <a:ln/>
        </p:spPr>
        <p:txBody>
          <a:bodyPr wrap="square" rtlCol="0" anchor="ctr"/>
          <a:lstStyle/>
          <a:p>
            <a:r>
              <a:rPr lang="it-IT" sz="1600" b="1" dirty="0">
                <a:solidFill>
                  <a:srgbClr val="F2545B"/>
                </a:solidFill>
                <a:latin typeface="Cambria" pitchFamily="34" charset="0"/>
                <a:ea typeface="Cambria" pitchFamily="34" charset="-122"/>
                <a:cs typeface="Cambria" pitchFamily="34" charset="-120"/>
              </a:rPr>
              <a:t>Cek kolom kosong pada 4 tabel</a:t>
            </a:r>
            <a:endParaRPr lang="en-US" sz="1600" dirty="0"/>
          </a:p>
        </p:txBody>
      </p:sp>
    </p:spTree>
    <p:extLst>
      <p:ext uri="{BB962C8B-B14F-4D97-AF65-F5344CB8AC3E}">
        <p14:creationId xmlns:p14="http://schemas.microsoft.com/office/powerpoint/2010/main" val="7979855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3D696-1720-02FE-20A7-3820B9E474AD}"/>
            </a:ext>
          </a:extLst>
        </p:cNvPr>
        <p:cNvGrpSpPr/>
        <p:nvPr/>
      </p:nvGrpSpPr>
      <p:grpSpPr>
        <a:xfrm>
          <a:off x="0" y="0"/>
          <a:ext cx="0" cy="0"/>
          <a:chOff x="0" y="0"/>
          <a:chExt cx="0" cy="0"/>
        </a:xfrm>
      </p:grpSpPr>
      <p:sp>
        <p:nvSpPr>
          <p:cNvPr id="13" name="Shape 5">
            <a:extLst>
              <a:ext uri="{FF2B5EF4-FFF2-40B4-BE49-F238E27FC236}">
                <a16:creationId xmlns:a16="http://schemas.microsoft.com/office/drawing/2014/main" id="{41D02705-ED29-4F05-F032-D4590297E86E}"/>
              </a:ext>
            </a:extLst>
          </p:cNvPr>
          <p:cNvSpPr/>
          <p:nvPr/>
        </p:nvSpPr>
        <p:spPr>
          <a:xfrm>
            <a:off x="-45720" y="48342"/>
            <a:ext cx="12237720" cy="6809658"/>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r>
              <a:rPr lang="en-US" dirty="0"/>
              <a:t> </a:t>
            </a:r>
            <a:endParaRPr lang="en-ID" dirty="0"/>
          </a:p>
        </p:txBody>
      </p:sp>
      <p:sp>
        <p:nvSpPr>
          <p:cNvPr id="2" name="Text 0">
            <a:extLst>
              <a:ext uri="{FF2B5EF4-FFF2-40B4-BE49-F238E27FC236}">
                <a16:creationId xmlns:a16="http://schemas.microsoft.com/office/drawing/2014/main" id="{06882406-BDB6-135D-17C8-4F4FA38A7F1E}"/>
              </a:ext>
            </a:extLst>
          </p:cNvPr>
          <p:cNvSpPr/>
          <p:nvPr/>
        </p:nvSpPr>
        <p:spPr>
          <a:xfrm>
            <a:off x="548640" y="411480"/>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Exploration</a:t>
            </a:r>
            <a:endParaRPr lang="en-US" sz="2800" dirty="0"/>
          </a:p>
        </p:txBody>
      </p:sp>
      <p:sp>
        <p:nvSpPr>
          <p:cNvPr id="29" name="Text 26">
            <a:extLst>
              <a:ext uri="{FF2B5EF4-FFF2-40B4-BE49-F238E27FC236}">
                <a16:creationId xmlns:a16="http://schemas.microsoft.com/office/drawing/2014/main" id="{50BE16A1-F5AC-74D9-00A2-BCF19C95ECAC}"/>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sp>
        <p:nvSpPr>
          <p:cNvPr id="5" name="Shape 5">
            <a:extLst>
              <a:ext uri="{FF2B5EF4-FFF2-40B4-BE49-F238E27FC236}">
                <a16:creationId xmlns:a16="http://schemas.microsoft.com/office/drawing/2014/main" id="{81CD82A8-F045-7270-8C24-F04D96FF8121}"/>
              </a:ext>
            </a:extLst>
          </p:cNvPr>
          <p:cNvSpPr/>
          <p:nvPr/>
        </p:nvSpPr>
        <p:spPr>
          <a:xfrm>
            <a:off x="133246" y="5016144"/>
            <a:ext cx="11835333" cy="1480994"/>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7" name="Text 6">
            <a:extLst>
              <a:ext uri="{FF2B5EF4-FFF2-40B4-BE49-F238E27FC236}">
                <a16:creationId xmlns:a16="http://schemas.microsoft.com/office/drawing/2014/main" id="{0E5467D6-1795-5D64-10D2-814367198222}"/>
              </a:ext>
            </a:extLst>
          </p:cNvPr>
          <p:cNvSpPr/>
          <p:nvPr/>
        </p:nvSpPr>
        <p:spPr>
          <a:xfrm>
            <a:off x="415435" y="5052961"/>
            <a:ext cx="5174955" cy="436321"/>
          </a:xfrm>
          <a:prstGeom prst="rect">
            <a:avLst/>
          </a:prstGeom>
          <a:noFill/>
          <a:ln/>
        </p:spPr>
        <p:txBody>
          <a:bodyPr wrap="square" rtlCol="0" anchor="ctr"/>
          <a:lstStyle/>
          <a:p>
            <a:pPr marL="0" indent="0">
              <a:buNone/>
            </a:pPr>
            <a:r>
              <a:rPr lang="en-US" sz="1600" b="1" dirty="0">
                <a:solidFill>
                  <a:srgbClr val="F2545B"/>
                </a:solidFill>
                <a:latin typeface="Cambria" pitchFamily="34" charset="0"/>
                <a:ea typeface="Cambria" pitchFamily="34" charset="-122"/>
                <a:cs typeface="Cambria" pitchFamily="34" charset="-120"/>
              </a:rPr>
              <a:t>Hasil </a:t>
            </a:r>
            <a:r>
              <a:rPr lang="en-US" sz="1600" b="1" dirty="0" err="1">
                <a:solidFill>
                  <a:srgbClr val="F2545B"/>
                </a:solidFill>
                <a:latin typeface="Cambria" pitchFamily="34" charset="0"/>
                <a:ea typeface="Cambria" pitchFamily="34" charset="-122"/>
                <a:cs typeface="Cambria" pitchFamily="34" charset="-120"/>
              </a:rPr>
              <a:t>Pengamatan</a:t>
            </a:r>
            <a:endParaRPr lang="en-US" sz="1600" dirty="0"/>
          </a:p>
        </p:txBody>
      </p:sp>
      <p:sp>
        <p:nvSpPr>
          <p:cNvPr id="9" name="Text 8">
            <a:extLst>
              <a:ext uri="{FF2B5EF4-FFF2-40B4-BE49-F238E27FC236}">
                <a16:creationId xmlns:a16="http://schemas.microsoft.com/office/drawing/2014/main" id="{80A2CDB0-C352-7E1A-E34B-7CAD0FF86FBE}"/>
              </a:ext>
            </a:extLst>
          </p:cNvPr>
          <p:cNvSpPr/>
          <p:nvPr/>
        </p:nvSpPr>
        <p:spPr>
          <a:xfrm>
            <a:off x="367330" y="5489282"/>
            <a:ext cx="11367164" cy="1171388"/>
          </a:xfrm>
          <a:prstGeom prst="rect">
            <a:avLst/>
          </a:prstGeom>
          <a:noFill/>
          <a:ln/>
        </p:spPr>
        <p:txBody>
          <a:bodyPr wrap="square" rtlCol="0" anchor="t"/>
          <a:lstStyle/>
          <a:p>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semua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kolom</a:t>
            </a:r>
            <a:r>
              <a:rPr lang="en-US" sz="2000" dirty="0">
                <a:solidFill>
                  <a:srgbClr val="444444"/>
                </a:solidFill>
                <a:latin typeface="Calibri" pitchFamily="34" charset="0"/>
                <a:ea typeface="Calibri" pitchFamily="34" charset="-122"/>
                <a:cs typeface="Calibri" pitchFamily="34" charset="-120"/>
              </a:rPr>
              <a:t> yang </a:t>
            </a:r>
            <a:r>
              <a:rPr lang="en-US" sz="2000" dirty="0" err="1">
                <a:solidFill>
                  <a:srgbClr val="444444"/>
                </a:solidFill>
                <a:latin typeface="Calibri" pitchFamily="34" charset="0"/>
                <a:ea typeface="Calibri" pitchFamily="34" charset="-122"/>
                <a:cs typeface="Calibri" pitchFamily="34" charset="-120"/>
              </a:rPr>
              <a:t>berakhiran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namanya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dengan</a:t>
            </a:r>
            <a:r>
              <a:rPr lang="en-US" sz="2000" dirty="0">
                <a:solidFill>
                  <a:srgbClr val="444444"/>
                </a:solidFill>
                <a:latin typeface="Calibri" pitchFamily="34" charset="0"/>
                <a:ea typeface="Calibri" pitchFamily="34" charset="-122"/>
                <a:cs typeface="Calibri" pitchFamily="34" charset="-120"/>
              </a:rPr>
              <a:t> date </a:t>
            </a:r>
            <a:r>
              <a:rPr lang="en-US" sz="2000" dirty="0" err="1">
                <a:solidFill>
                  <a:srgbClr val="444444"/>
                </a:solidFill>
                <a:latin typeface="Calibri" pitchFamily="34" charset="0"/>
                <a:ea typeface="Calibri" pitchFamily="34" charset="-122"/>
                <a:cs typeface="Calibri" pitchFamily="34" charset="-120"/>
              </a:rPr>
              <a:t>bertipe</a:t>
            </a:r>
            <a:r>
              <a:rPr lang="en-US" sz="2000" dirty="0">
                <a:solidFill>
                  <a:srgbClr val="444444"/>
                </a:solidFill>
                <a:latin typeface="Calibri" pitchFamily="34" charset="0"/>
                <a:ea typeface="Calibri" pitchFamily="34" charset="-122"/>
                <a:cs typeface="Calibri" pitchFamily="34" charset="-120"/>
              </a:rPr>
              <a:t> data varchar </a:t>
            </a:r>
            <a:r>
              <a:rPr lang="en-US" sz="2000" dirty="0" err="1">
                <a:solidFill>
                  <a:srgbClr val="444444"/>
                </a:solidFill>
                <a:latin typeface="Calibri" pitchFamily="34" charset="0"/>
                <a:ea typeface="Calibri" pitchFamily="34" charset="-122"/>
                <a:cs typeface="Calibri" pitchFamily="34" charset="-120"/>
              </a:rPr>
              <a:t>harus</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diubah</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tipe</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datanya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menjadi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tanggal</a:t>
            </a:r>
            <a:br>
              <a:rPr lang="en-US" sz="2000" dirty="0">
                <a:solidFill>
                  <a:srgbClr val="444444"/>
                </a:solidFill>
                <a:latin typeface="Calibri" pitchFamily="34" charset="0"/>
                <a:ea typeface="Calibri" pitchFamily="34" charset="-122"/>
                <a:cs typeface="Calibri" pitchFamily="34" charset="-120"/>
              </a:rPr>
            </a:br>
            <a:endParaRPr lang="en-US" sz="2000" dirty="0">
              <a:solidFill>
                <a:srgbClr val="444444"/>
              </a:solidFill>
              <a:latin typeface="Calibri" pitchFamily="34" charset="0"/>
              <a:ea typeface="Calibri" pitchFamily="34" charset="-122"/>
              <a:cs typeface="Calibri" pitchFamily="34" charset="-120"/>
            </a:endParaRPr>
          </a:p>
        </p:txBody>
      </p:sp>
      <p:sp>
        <p:nvSpPr>
          <p:cNvPr id="10" name="Text 6">
            <a:extLst>
              <a:ext uri="{FF2B5EF4-FFF2-40B4-BE49-F238E27FC236}">
                <a16:creationId xmlns:a16="http://schemas.microsoft.com/office/drawing/2014/main" id="{A1013FF1-B6F7-9074-7A4D-15105F46E2A5}"/>
              </a:ext>
            </a:extLst>
          </p:cNvPr>
          <p:cNvSpPr/>
          <p:nvPr/>
        </p:nvSpPr>
        <p:spPr>
          <a:xfrm>
            <a:off x="367331" y="893418"/>
            <a:ext cx="5174955" cy="436321"/>
          </a:xfrm>
          <a:prstGeom prst="rect">
            <a:avLst/>
          </a:prstGeom>
          <a:noFill/>
          <a:ln/>
        </p:spPr>
        <p:txBody>
          <a:bodyPr wrap="square" rtlCol="0" anchor="ctr"/>
          <a:lstStyle/>
          <a:p>
            <a:r>
              <a:rPr lang="it-IT" sz="1600" b="1" dirty="0">
                <a:solidFill>
                  <a:srgbClr val="F2545B"/>
                </a:solidFill>
                <a:latin typeface="Cambria" pitchFamily="34" charset="0"/>
                <a:ea typeface="Cambria" pitchFamily="34" charset="-122"/>
                <a:cs typeface="Cambria" pitchFamily="34" charset="-120"/>
              </a:rPr>
              <a:t>Cek konsistensi tipe data</a:t>
            </a:r>
            <a:endParaRPr lang="en-US" sz="1600" dirty="0"/>
          </a:p>
        </p:txBody>
      </p:sp>
      <p:pic>
        <p:nvPicPr>
          <p:cNvPr id="4" name="Picture 3">
            <a:extLst>
              <a:ext uri="{FF2B5EF4-FFF2-40B4-BE49-F238E27FC236}">
                <a16:creationId xmlns:a16="http://schemas.microsoft.com/office/drawing/2014/main" id="{517577C6-8BD2-36A4-149A-005444D11ABB}"/>
              </a:ext>
            </a:extLst>
          </p:cNvPr>
          <p:cNvPicPr>
            <a:picLocks noChangeAspect="1"/>
          </p:cNvPicPr>
          <p:nvPr/>
        </p:nvPicPr>
        <p:blipFill>
          <a:blip r:embed="rId3"/>
          <a:stretch>
            <a:fillRect/>
          </a:stretch>
        </p:blipFill>
        <p:spPr>
          <a:xfrm>
            <a:off x="2555378" y="4153949"/>
            <a:ext cx="7217235" cy="381109"/>
          </a:xfrm>
          <a:prstGeom prst="rect">
            <a:avLst/>
          </a:prstGeom>
        </p:spPr>
      </p:pic>
      <p:pic>
        <p:nvPicPr>
          <p:cNvPr id="11" name="Picture 10">
            <a:extLst>
              <a:ext uri="{FF2B5EF4-FFF2-40B4-BE49-F238E27FC236}">
                <a16:creationId xmlns:a16="http://schemas.microsoft.com/office/drawing/2014/main" id="{C5163B05-89F2-DE9C-7AEE-959DA33052CF}"/>
              </a:ext>
            </a:extLst>
          </p:cNvPr>
          <p:cNvPicPr>
            <a:picLocks noChangeAspect="1"/>
          </p:cNvPicPr>
          <p:nvPr/>
        </p:nvPicPr>
        <p:blipFill>
          <a:blip r:embed="rId4"/>
          <a:stretch>
            <a:fillRect/>
          </a:stretch>
        </p:blipFill>
        <p:spPr>
          <a:xfrm>
            <a:off x="2555379" y="1485497"/>
            <a:ext cx="7217235" cy="2469368"/>
          </a:xfrm>
          <a:prstGeom prst="rect">
            <a:avLst/>
          </a:prstGeom>
        </p:spPr>
      </p:pic>
    </p:spTree>
    <p:extLst>
      <p:ext uri="{BB962C8B-B14F-4D97-AF65-F5344CB8AC3E}">
        <p14:creationId xmlns:p14="http://schemas.microsoft.com/office/powerpoint/2010/main" val="14992151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86D5D-142E-5AFC-F088-895D18E854D1}"/>
            </a:ext>
          </a:extLst>
        </p:cNvPr>
        <p:cNvGrpSpPr/>
        <p:nvPr/>
      </p:nvGrpSpPr>
      <p:grpSpPr>
        <a:xfrm>
          <a:off x="0" y="0"/>
          <a:ext cx="0" cy="0"/>
          <a:chOff x="0" y="0"/>
          <a:chExt cx="0" cy="0"/>
        </a:xfrm>
      </p:grpSpPr>
      <p:sp>
        <p:nvSpPr>
          <p:cNvPr id="13" name="Shape 5">
            <a:extLst>
              <a:ext uri="{FF2B5EF4-FFF2-40B4-BE49-F238E27FC236}">
                <a16:creationId xmlns:a16="http://schemas.microsoft.com/office/drawing/2014/main" id="{4D040526-CABB-90F4-5A37-D81BE0FAD8F4}"/>
              </a:ext>
            </a:extLst>
          </p:cNvPr>
          <p:cNvSpPr/>
          <p:nvPr/>
        </p:nvSpPr>
        <p:spPr>
          <a:xfrm>
            <a:off x="-45720" y="48342"/>
            <a:ext cx="12237720" cy="6809658"/>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sp>
      <p:sp>
        <p:nvSpPr>
          <p:cNvPr id="2" name="Text 0">
            <a:extLst>
              <a:ext uri="{FF2B5EF4-FFF2-40B4-BE49-F238E27FC236}">
                <a16:creationId xmlns:a16="http://schemas.microsoft.com/office/drawing/2014/main" id="{27A5F19B-77C6-21D4-090A-9559784A5461}"/>
              </a:ext>
            </a:extLst>
          </p:cNvPr>
          <p:cNvSpPr/>
          <p:nvPr/>
        </p:nvSpPr>
        <p:spPr>
          <a:xfrm>
            <a:off x="548640" y="411480"/>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Exploration</a:t>
            </a:r>
            <a:endParaRPr lang="en-US" sz="2800" dirty="0"/>
          </a:p>
        </p:txBody>
      </p:sp>
      <p:sp>
        <p:nvSpPr>
          <p:cNvPr id="29" name="Text 26">
            <a:extLst>
              <a:ext uri="{FF2B5EF4-FFF2-40B4-BE49-F238E27FC236}">
                <a16:creationId xmlns:a16="http://schemas.microsoft.com/office/drawing/2014/main" id="{2B1C1C2E-2EAB-6D35-16B5-B8F2A859917E}"/>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sp>
        <p:nvSpPr>
          <p:cNvPr id="5" name="Shape 5">
            <a:extLst>
              <a:ext uri="{FF2B5EF4-FFF2-40B4-BE49-F238E27FC236}">
                <a16:creationId xmlns:a16="http://schemas.microsoft.com/office/drawing/2014/main" id="{79C66665-C02C-00CD-555E-5983EDA6B601}"/>
              </a:ext>
            </a:extLst>
          </p:cNvPr>
          <p:cNvSpPr/>
          <p:nvPr/>
        </p:nvSpPr>
        <p:spPr>
          <a:xfrm>
            <a:off x="133246" y="960120"/>
            <a:ext cx="11835333" cy="5537018"/>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7" name="Text 6">
            <a:extLst>
              <a:ext uri="{FF2B5EF4-FFF2-40B4-BE49-F238E27FC236}">
                <a16:creationId xmlns:a16="http://schemas.microsoft.com/office/drawing/2014/main" id="{539DA0F0-90D1-76BF-7991-F4806314C50E}"/>
              </a:ext>
            </a:extLst>
          </p:cNvPr>
          <p:cNvSpPr/>
          <p:nvPr/>
        </p:nvSpPr>
        <p:spPr>
          <a:xfrm>
            <a:off x="3508522" y="1105097"/>
            <a:ext cx="5174955" cy="436321"/>
          </a:xfrm>
          <a:prstGeom prst="rect">
            <a:avLst/>
          </a:prstGeom>
          <a:noFill/>
          <a:ln/>
        </p:spPr>
        <p:txBody>
          <a:bodyPr wrap="square" rtlCol="0" anchor="ctr"/>
          <a:lstStyle/>
          <a:p>
            <a:pPr marL="0" indent="0" algn="ctr">
              <a:buNone/>
            </a:pPr>
            <a:r>
              <a:rPr lang="en-US" sz="2400" b="1" dirty="0">
                <a:solidFill>
                  <a:srgbClr val="F2545B"/>
                </a:solidFill>
                <a:latin typeface="Cambria" pitchFamily="34" charset="0"/>
                <a:ea typeface="Cambria" pitchFamily="34" charset="-122"/>
                <a:cs typeface="Cambria" pitchFamily="34" charset="-120"/>
              </a:rPr>
              <a:t>Hasil </a:t>
            </a:r>
            <a:r>
              <a:rPr lang="en-US" sz="2400" b="1" dirty="0" err="1">
                <a:solidFill>
                  <a:srgbClr val="F2545B"/>
                </a:solidFill>
                <a:latin typeface="Cambria" pitchFamily="34" charset="0"/>
                <a:ea typeface="Cambria" pitchFamily="34" charset="-122"/>
                <a:cs typeface="Cambria" pitchFamily="34" charset="-120"/>
              </a:rPr>
              <a:t>Pengamatan</a:t>
            </a:r>
            <a:r>
              <a:rPr lang="en-US" sz="2400" b="1" dirty="0">
                <a:solidFill>
                  <a:srgbClr val="F2545B"/>
                </a:solidFill>
                <a:latin typeface="Cambria" pitchFamily="34" charset="0"/>
                <a:ea typeface="Cambria" pitchFamily="34" charset="-122"/>
                <a:cs typeface="Cambria" pitchFamily="34" charset="-120"/>
              </a:rPr>
              <a:t> Data Exploration</a:t>
            </a:r>
            <a:endParaRPr lang="en-US" sz="2400" dirty="0"/>
          </a:p>
        </p:txBody>
      </p:sp>
      <p:sp>
        <p:nvSpPr>
          <p:cNvPr id="9" name="Text 8">
            <a:extLst>
              <a:ext uri="{FF2B5EF4-FFF2-40B4-BE49-F238E27FC236}">
                <a16:creationId xmlns:a16="http://schemas.microsoft.com/office/drawing/2014/main" id="{F225A8FD-7F69-D34D-0E55-C25BE73AE561}"/>
              </a:ext>
            </a:extLst>
          </p:cNvPr>
          <p:cNvSpPr/>
          <p:nvPr/>
        </p:nvSpPr>
        <p:spPr>
          <a:xfrm>
            <a:off x="412417" y="1861140"/>
            <a:ext cx="11367164" cy="4125558"/>
          </a:xfrm>
          <a:prstGeom prst="rect">
            <a:avLst/>
          </a:prstGeom>
          <a:noFill/>
          <a:ln/>
        </p:spPr>
        <p:txBody>
          <a:bodyPr wrap="square" rtlCol="0" anchor="t"/>
          <a:lstStyle/>
          <a:p>
            <a:pPr algn="ctr"/>
            <a:r>
              <a:rPr lang="en-US" sz="2000" dirty="0" err="1">
                <a:solidFill>
                  <a:srgbClr val="444444"/>
                </a:solidFill>
                <a:latin typeface="Calibri" pitchFamily="34" charset="0"/>
                <a:ea typeface="Calibri" pitchFamily="34" charset="-122"/>
                <a:cs typeface="Calibri" pitchFamily="34" charset="-120"/>
              </a:rPr>
              <a:t>Terdapat</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duplikasi</a:t>
            </a:r>
            <a:r>
              <a:rPr lang="en-US" sz="2000" dirty="0">
                <a:solidFill>
                  <a:srgbClr val="444444"/>
                </a:solidFill>
                <a:latin typeface="Calibri" pitchFamily="34" charset="0"/>
                <a:ea typeface="Calibri" pitchFamily="34" charset="-122"/>
                <a:cs typeface="Calibri" pitchFamily="34" charset="-120"/>
              </a:rPr>
              <a:t> pada </a:t>
            </a:r>
            <a:r>
              <a:rPr lang="en-US" sz="2000" dirty="0" err="1">
                <a:solidFill>
                  <a:srgbClr val="444444"/>
                </a:solidFill>
                <a:latin typeface="Calibri" pitchFamily="34" charset="0"/>
                <a:ea typeface="Calibri" pitchFamily="34" charset="-122"/>
                <a:cs typeface="Calibri" pitchFamily="34" charset="-120"/>
              </a:rPr>
              <a:t>tabel</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olist_products_dataset</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diperlukan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penghapusan</a:t>
            </a:r>
            <a:r>
              <a:rPr lang="en-US" sz="2000" dirty="0">
                <a:solidFill>
                  <a:srgbClr val="444444"/>
                </a:solidFill>
                <a:latin typeface="Calibri" pitchFamily="34" charset="0"/>
                <a:ea typeface="Calibri" pitchFamily="34" charset="-122"/>
                <a:cs typeface="Calibri" pitchFamily="34" charset="-120"/>
              </a:rPr>
              <a:t> salah </a:t>
            </a:r>
            <a:r>
              <a:rPr lang="en-US" sz="2000" dirty="0" err="1">
                <a:solidFill>
                  <a:srgbClr val="444444"/>
                </a:solidFill>
                <a:latin typeface="Calibri" pitchFamily="34" charset="0"/>
                <a:ea typeface="Calibri" pitchFamily="34" charset="-122"/>
                <a:cs typeface="Calibri" pitchFamily="34" charset="-120"/>
              </a:rPr>
              <a:t>satu</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kemudian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terdapat</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nilai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kolom</a:t>
            </a:r>
            <a:r>
              <a:rPr lang="en-US" sz="2000" dirty="0">
                <a:solidFill>
                  <a:srgbClr val="444444"/>
                </a:solidFill>
                <a:latin typeface="Calibri" pitchFamily="34" charset="0"/>
                <a:ea typeface="Calibri" pitchFamily="34" charset="-122"/>
                <a:cs typeface="Calibri" pitchFamily="34" charset="-120"/>
              </a:rPr>
              <a:t> yang </a:t>
            </a:r>
            <a:r>
              <a:rPr lang="en-US" sz="2000" dirty="0" err="1">
                <a:solidFill>
                  <a:srgbClr val="444444"/>
                </a:solidFill>
                <a:latin typeface="Calibri" pitchFamily="34" charset="0"/>
                <a:ea typeface="Calibri" pitchFamily="34" charset="-122"/>
                <a:cs typeface="Calibri" pitchFamily="34" charset="-120"/>
              </a:rPr>
              <a:t>kosong</a:t>
            </a:r>
            <a:r>
              <a:rPr lang="en-US" sz="2000" dirty="0">
                <a:solidFill>
                  <a:srgbClr val="444444"/>
                </a:solidFill>
                <a:latin typeface="Calibri" pitchFamily="34" charset="0"/>
                <a:ea typeface="Calibri" pitchFamily="34" charset="-122"/>
                <a:cs typeface="Calibri" pitchFamily="34" charset="-120"/>
              </a:rPr>
              <a:t> pada </a:t>
            </a:r>
            <a:r>
              <a:rPr lang="en-US" sz="2000" dirty="0" err="1">
                <a:solidFill>
                  <a:srgbClr val="444444"/>
                </a:solidFill>
                <a:latin typeface="Calibri" pitchFamily="34" charset="0"/>
                <a:ea typeface="Calibri" pitchFamily="34" charset="-122"/>
                <a:cs typeface="Calibri" pitchFamily="34" charset="-120"/>
              </a:rPr>
              <a:t>tabel</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olist_orders_dataset</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antara</a:t>
            </a:r>
            <a:r>
              <a:rPr lang="en-US" sz="2000" dirty="0">
                <a:solidFill>
                  <a:srgbClr val="444444"/>
                </a:solidFill>
                <a:latin typeface="Calibri" pitchFamily="34" charset="0"/>
                <a:ea typeface="Calibri" pitchFamily="34" charset="-122"/>
                <a:cs typeface="Calibri" pitchFamily="34" charset="-120"/>
              </a:rPr>
              <a:t> lain </a:t>
            </a:r>
            <a:r>
              <a:rPr lang="en-US" sz="2000" dirty="0" err="1">
                <a:solidFill>
                  <a:srgbClr val="444444"/>
                </a:solidFill>
                <a:latin typeface="Calibri" pitchFamily="34" charset="0"/>
                <a:ea typeface="Calibri" pitchFamily="34" charset="-122"/>
                <a:cs typeface="Calibri" pitchFamily="34" charset="-120"/>
              </a:rPr>
              <a:t>kolom</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order_approved_at</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sebanyak</a:t>
            </a:r>
            <a:r>
              <a:rPr lang="en-US" sz="2000" dirty="0">
                <a:solidFill>
                  <a:srgbClr val="444444"/>
                </a:solidFill>
                <a:latin typeface="Calibri" pitchFamily="34" charset="0"/>
                <a:ea typeface="Calibri" pitchFamily="34" charset="-122"/>
                <a:cs typeface="Calibri" pitchFamily="34" charset="-120"/>
              </a:rPr>
              <a:t> 160 baris, </a:t>
            </a:r>
            <a:r>
              <a:rPr lang="en-US" sz="2000" dirty="0" err="1">
                <a:solidFill>
                  <a:srgbClr val="444444"/>
                </a:solidFill>
                <a:latin typeface="Calibri" pitchFamily="34" charset="0"/>
                <a:ea typeface="Calibri" pitchFamily="34" charset="-122"/>
                <a:cs typeface="Calibri" pitchFamily="34" charset="-120"/>
              </a:rPr>
              <a:t>kolom</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order_delivered_carrier_date</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sebanyak</a:t>
            </a:r>
            <a:r>
              <a:rPr lang="en-US" sz="2000" dirty="0">
                <a:solidFill>
                  <a:srgbClr val="444444"/>
                </a:solidFill>
                <a:latin typeface="Calibri" pitchFamily="34" charset="0"/>
                <a:ea typeface="Calibri" pitchFamily="34" charset="-122"/>
                <a:cs typeface="Calibri" pitchFamily="34" charset="-120"/>
              </a:rPr>
              <a:t> 1783 baris, </a:t>
            </a:r>
            <a:r>
              <a:rPr lang="en-US" sz="2000" dirty="0" err="1">
                <a:solidFill>
                  <a:srgbClr val="444444"/>
                </a:solidFill>
                <a:latin typeface="Calibri" pitchFamily="34" charset="0"/>
                <a:ea typeface="Calibri" pitchFamily="34" charset="-122"/>
                <a:cs typeface="Calibri" pitchFamily="34" charset="-120"/>
              </a:rPr>
              <a:t>order_delivered_customer_date</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sebanyak</a:t>
            </a:r>
            <a:r>
              <a:rPr lang="en-US" sz="2000" dirty="0">
                <a:solidFill>
                  <a:srgbClr val="444444"/>
                </a:solidFill>
                <a:latin typeface="Calibri" pitchFamily="34" charset="0"/>
                <a:ea typeface="Calibri" pitchFamily="34" charset="-122"/>
                <a:cs typeface="Calibri" pitchFamily="34" charset="-120"/>
              </a:rPr>
              <a:t> 2965 baris </a:t>
            </a:r>
            <a:r>
              <a:rPr lang="en-US" sz="2000" dirty="0" err="1">
                <a:solidFill>
                  <a:srgbClr val="444444"/>
                </a:solidFill>
                <a:latin typeface="Calibri" pitchFamily="34" charset="0"/>
                <a:ea typeface="Calibri" pitchFamily="34" charset="-122"/>
                <a:cs typeface="Calibri" pitchFamily="34" charset="-120"/>
              </a:rPr>
              <a:t>sisanya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tidak</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ada</a:t>
            </a:r>
            <a:r>
              <a:rPr lang="en-US" sz="2000" dirty="0">
                <a:solidFill>
                  <a:srgbClr val="444444"/>
                </a:solidFill>
                <a:latin typeface="Calibri" pitchFamily="34" charset="0"/>
                <a:ea typeface="Calibri" pitchFamily="34" charset="-122"/>
                <a:cs typeface="Calibri" pitchFamily="34" charset="-120"/>
              </a:rPr>
              <a:t> data yang </a:t>
            </a:r>
            <a:r>
              <a:rPr lang="en-US" sz="2000" dirty="0" err="1">
                <a:solidFill>
                  <a:srgbClr val="444444"/>
                </a:solidFill>
                <a:latin typeface="Calibri" pitchFamily="34" charset="0"/>
                <a:ea typeface="Calibri" pitchFamily="34" charset="-122"/>
                <a:cs typeface="Calibri" pitchFamily="34" charset="-120"/>
              </a:rPr>
              <a:t>kosong</a:t>
            </a:r>
            <a:r>
              <a:rPr lang="en-US" sz="2000" dirty="0">
                <a:solidFill>
                  <a:srgbClr val="444444"/>
                </a:solidFill>
                <a:latin typeface="Calibri" pitchFamily="34" charset="0"/>
                <a:ea typeface="Calibri" pitchFamily="34" charset="-122"/>
                <a:cs typeface="Calibri" pitchFamily="34" charset="-120"/>
              </a:rPr>
              <a:t> dan </a:t>
            </a:r>
            <a:r>
              <a:rPr lang="en-US" sz="2000" dirty="0" err="1">
                <a:solidFill>
                  <a:srgbClr val="444444"/>
                </a:solidFill>
                <a:latin typeface="Calibri" pitchFamily="34" charset="0"/>
                <a:ea typeface="Calibri" pitchFamily="34" charset="-122"/>
                <a:cs typeface="Calibri" pitchFamily="34" charset="-120"/>
              </a:rPr>
              <a:t>sudah</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terisi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Terakhir,semua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kolom</a:t>
            </a:r>
            <a:r>
              <a:rPr lang="en-US" sz="2000" dirty="0">
                <a:solidFill>
                  <a:srgbClr val="444444"/>
                </a:solidFill>
                <a:latin typeface="Calibri" pitchFamily="34" charset="0"/>
                <a:ea typeface="Calibri" pitchFamily="34" charset="-122"/>
                <a:cs typeface="Calibri" pitchFamily="34" charset="-120"/>
              </a:rPr>
              <a:t> yang </a:t>
            </a:r>
            <a:r>
              <a:rPr lang="en-US" sz="2000" dirty="0" err="1">
                <a:solidFill>
                  <a:srgbClr val="444444"/>
                </a:solidFill>
                <a:latin typeface="Calibri" pitchFamily="34" charset="0"/>
                <a:ea typeface="Calibri" pitchFamily="34" charset="-122"/>
                <a:cs typeface="Calibri" pitchFamily="34" charset="-120"/>
              </a:rPr>
              <a:t>berakhiran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namanya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dengan</a:t>
            </a:r>
            <a:r>
              <a:rPr lang="en-US" sz="2000" dirty="0">
                <a:solidFill>
                  <a:srgbClr val="444444"/>
                </a:solidFill>
                <a:latin typeface="Calibri" pitchFamily="34" charset="0"/>
                <a:ea typeface="Calibri" pitchFamily="34" charset="-122"/>
                <a:cs typeface="Calibri" pitchFamily="34" charset="-120"/>
              </a:rPr>
              <a:t> date </a:t>
            </a:r>
            <a:r>
              <a:rPr lang="en-US" sz="2000" dirty="0" err="1">
                <a:solidFill>
                  <a:srgbClr val="444444"/>
                </a:solidFill>
                <a:latin typeface="Calibri" pitchFamily="34" charset="0"/>
                <a:ea typeface="Calibri" pitchFamily="34" charset="-122"/>
                <a:cs typeface="Calibri" pitchFamily="34" charset="-120"/>
              </a:rPr>
              <a:t>bertipe</a:t>
            </a:r>
            <a:r>
              <a:rPr lang="en-US" sz="2000" dirty="0">
                <a:solidFill>
                  <a:srgbClr val="444444"/>
                </a:solidFill>
                <a:latin typeface="Calibri" pitchFamily="34" charset="0"/>
                <a:ea typeface="Calibri" pitchFamily="34" charset="-122"/>
                <a:cs typeface="Calibri" pitchFamily="34" charset="-120"/>
              </a:rPr>
              <a:t> data varchar </a:t>
            </a:r>
            <a:r>
              <a:rPr lang="en-US" sz="2000" dirty="0" err="1">
                <a:solidFill>
                  <a:srgbClr val="444444"/>
                </a:solidFill>
                <a:latin typeface="Calibri" pitchFamily="34" charset="0"/>
                <a:ea typeface="Calibri" pitchFamily="34" charset="-122"/>
                <a:cs typeface="Calibri" pitchFamily="34" charset="-120"/>
              </a:rPr>
              <a:t>harus</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diubah</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tipe</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datanya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menjadi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tanggal</a:t>
            </a:r>
            <a:br>
              <a:rPr lang="en-US" sz="2000" dirty="0">
                <a:solidFill>
                  <a:srgbClr val="444444"/>
                </a:solidFill>
                <a:latin typeface="Calibri" pitchFamily="34" charset="0"/>
                <a:ea typeface="Calibri" pitchFamily="34" charset="-122"/>
                <a:cs typeface="Calibri" pitchFamily="34" charset="-120"/>
              </a:rPr>
            </a:br>
            <a:endParaRPr lang="en-US" sz="2000" dirty="0">
              <a:solidFill>
                <a:srgbClr val="444444"/>
              </a:solidFill>
              <a:latin typeface="Calibri" pitchFamily="34" charset="0"/>
              <a:ea typeface="Calibri" pitchFamily="34" charset="-122"/>
              <a:cs typeface="Calibri" pitchFamily="34" charset="-120"/>
            </a:endParaRPr>
          </a:p>
        </p:txBody>
      </p:sp>
    </p:spTree>
    <p:extLst>
      <p:ext uri="{BB962C8B-B14F-4D97-AF65-F5344CB8AC3E}">
        <p14:creationId xmlns:p14="http://schemas.microsoft.com/office/powerpoint/2010/main" val="1763324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82986-F61F-D981-1325-F9DD112BADD5}"/>
            </a:ext>
          </a:extLst>
        </p:cNvPr>
        <p:cNvGrpSpPr/>
        <p:nvPr/>
      </p:nvGrpSpPr>
      <p:grpSpPr>
        <a:xfrm>
          <a:off x="0" y="0"/>
          <a:ext cx="0" cy="0"/>
          <a:chOff x="0" y="0"/>
          <a:chExt cx="0" cy="0"/>
        </a:xfrm>
      </p:grpSpPr>
      <p:sp>
        <p:nvSpPr>
          <p:cNvPr id="13" name="Shape 5">
            <a:extLst>
              <a:ext uri="{FF2B5EF4-FFF2-40B4-BE49-F238E27FC236}">
                <a16:creationId xmlns:a16="http://schemas.microsoft.com/office/drawing/2014/main" id="{F9A364ED-3E95-E4A4-2E4C-3939D81CB612}"/>
              </a:ext>
            </a:extLst>
          </p:cNvPr>
          <p:cNvSpPr/>
          <p:nvPr/>
        </p:nvSpPr>
        <p:spPr>
          <a:xfrm>
            <a:off x="-45720" y="48342"/>
            <a:ext cx="12237720" cy="6809658"/>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sp>
      <p:sp>
        <p:nvSpPr>
          <p:cNvPr id="2" name="Text 0">
            <a:extLst>
              <a:ext uri="{FF2B5EF4-FFF2-40B4-BE49-F238E27FC236}">
                <a16:creationId xmlns:a16="http://schemas.microsoft.com/office/drawing/2014/main" id="{7B457B66-AD06-46CF-B330-C911574457A8}"/>
              </a:ext>
            </a:extLst>
          </p:cNvPr>
          <p:cNvSpPr/>
          <p:nvPr/>
        </p:nvSpPr>
        <p:spPr>
          <a:xfrm>
            <a:off x="548640" y="411480"/>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Cleaning</a:t>
            </a:r>
            <a:endParaRPr lang="en-US" sz="2800" dirty="0"/>
          </a:p>
        </p:txBody>
      </p:sp>
      <p:sp>
        <p:nvSpPr>
          <p:cNvPr id="29" name="Text 26">
            <a:extLst>
              <a:ext uri="{FF2B5EF4-FFF2-40B4-BE49-F238E27FC236}">
                <a16:creationId xmlns:a16="http://schemas.microsoft.com/office/drawing/2014/main" id="{585C0543-4573-7C0F-238C-7336D363D6FA}"/>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sp>
        <p:nvSpPr>
          <p:cNvPr id="5" name="Shape 5">
            <a:extLst>
              <a:ext uri="{FF2B5EF4-FFF2-40B4-BE49-F238E27FC236}">
                <a16:creationId xmlns:a16="http://schemas.microsoft.com/office/drawing/2014/main" id="{332A3941-79A0-B17C-7243-370F055DAC8F}"/>
              </a:ext>
            </a:extLst>
          </p:cNvPr>
          <p:cNvSpPr/>
          <p:nvPr/>
        </p:nvSpPr>
        <p:spPr>
          <a:xfrm>
            <a:off x="133246" y="5016144"/>
            <a:ext cx="11835333" cy="1480994"/>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7" name="Text 6">
            <a:extLst>
              <a:ext uri="{FF2B5EF4-FFF2-40B4-BE49-F238E27FC236}">
                <a16:creationId xmlns:a16="http://schemas.microsoft.com/office/drawing/2014/main" id="{87D7201C-2EEF-EE53-1608-A447E170A856}"/>
              </a:ext>
            </a:extLst>
          </p:cNvPr>
          <p:cNvSpPr/>
          <p:nvPr/>
        </p:nvSpPr>
        <p:spPr>
          <a:xfrm>
            <a:off x="415435" y="5052961"/>
            <a:ext cx="5174955" cy="436321"/>
          </a:xfrm>
          <a:prstGeom prst="rect">
            <a:avLst/>
          </a:prstGeom>
          <a:noFill/>
          <a:ln/>
        </p:spPr>
        <p:txBody>
          <a:bodyPr wrap="square" rtlCol="0" anchor="ctr"/>
          <a:lstStyle/>
          <a:p>
            <a:pPr marL="0" indent="0">
              <a:buNone/>
            </a:pPr>
            <a:r>
              <a:rPr lang="en-US" sz="1600" b="1" dirty="0">
                <a:solidFill>
                  <a:srgbClr val="F2545B"/>
                </a:solidFill>
                <a:latin typeface="Cambria" pitchFamily="34" charset="0"/>
                <a:ea typeface="Cambria" pitchFamily="34" charset="-122"/>
                <a:cs typeface="Cambria" pitchFamily="34" charset="-120"/>
              </a:rPr>
              <a:t>Hasil Cleaning</a:t>
            </a:r>
            <a:endParaRPr lang="en-US" sz="1600" dirty="0"/>
          </a:p>
        </p:txBody>
      </p:sp>
      <p:sp>
        <p:nvSpPr>
          <p:cNvPr id="9" name="Text 8">
            <a:extLst>
              <a:ext uri="{FF2B5EF4-FFF2-40B4-BE49-F238E27FC236}">
                <a16:creationId xmlns:a16="http://schemas.microsoft.com/office/drawing/2014/main" id="{0DEB0EC1-6260-2F01-718A-983B825800E6}"/>
              </a:ext>
            </a:extLst>
          </p:cNvPr>
          <p:cNvSpPr/>
          <p:nvPr/>
        </p:nvSpPr>
        <p:spPr>
          <a:xfrm>
            <a:off x="367330" y="5489282"/>
            <a:ext cx="11367164" cy="1171388"/>
          </a:xfrm>
          <a:prstGeom prst="rect">
            <a:avLst/>
          </a:prstGeom>
          <a:noFill/>
          <a:ln/>
        </p:spPr>
        <p:txBody>
          <a:bodyPr wrap="square" rtlCol="0" anchor="t"/>
          <a:lstStyle/>
          <a:p>
            <a:r>
              <a:rPr lang="en-US" sz="2000" dirty="0">
                <a:solidFill>
                  <a:srgbClr val="444444"/>
                </a:solidFill>
                <a:latin typeface="Calibri" pitchFamily="34" charset="0"/>
                <a:ea typeface="Calibri" pitchFamily="34" charset="-122"/>
                <a:cs typeface="Calibri" pitchFamily="34" charset="-120"/>
              </a:rPr>
              <a:t>data </a:t>
            </a:r>
            <a:r>
              <a:rPr lang="en-US" sz="2000" dirty="0" err="1">
                <a:solidFill>
                  <a:srgbClr val="444444"/>
                </a:solidFill>
                <a:latin typeface="Calibri" pitchFamily="34" charset="0"/>
                <a:ea typeface="Calibri" pitchFamily="34" charset="-122"/>
                <a:cs typeface="Calibri" pitchFamily="34" charset="-120"/>
              </a:rPr>
              <a:t>kolom</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produt_id</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sudah</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tidak</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lagi</a:t>
            </a:r>
            <a:r>
              <a:rPr lang="en-US" sz="2000" dirty="0">
                <a:solidFill>
                  <a:srgbClr val="444444"/>
                </a:solidFill>
                <a:latin typeface="Calibri" pitchFamily="34" charset="0"/>
                <a:ea typeface="Calibri" pitchFamily="34" charset="-122"/>
                <a:cs typeface="Calibri" pitchFamily="34" charset="-120"/>
              </a:rPr>
              <a:t> yang </a:t>
            </a:r>
            <a:r>
              <a:rPr lang="en-US" sz="2000" dirty="0" err="1">
                <a:solidFill>
                  <a:srgbClr val="444444"/>
                </a:solidFill>
                <a:latin typeface="Calibri" pitchFamily="34" charset="0"/>
                <a:ea typeface="Calibri" pitchFamily="34" charset="-122"/>
                <a:cs typeface="Calibri" pitchFamily="34" charset="-120"/>
              </a:rPr>
              <a:t>duplikasi</a:t>
            </a:r>
            <a:br>
              <a:rPr lang="en-US" sz="2000" dirty="0">
                <a:solidFill>
                  <a:srgbClr val="444444"/>
                </a:solidFill>
                <a:latin typeface="Calibri" pitchFamily="34" charset="0"/>
                <a:ea typeface="Calibri" pitchFamily="34" charset="-122"/>
                <a:cs typeface="Calibri" pitchFamily="34" charset="-120"/>
              </a:rPr>
            </a:br>
            <a:endParaRPr lang="en-US" sz="2000" dirty="0">
              <a:solidFill>
                <a:srgbClr val="444444"/>
              </a:solidFill>
              <a:latin typeface="Calibri" pitchFamily="34" charset="0"/>
              <a:ea typeface="Calibri" pitchFamily="34" charset="-122"/>
              <a:cs typeface="Calibri" pitchFamily="34" charset="-120"/>
            </a:endParaRPr>
          </a:p>
        </p:txBody>
      </p:sp>
      <p:sp>
        <p:nvSpPr>
          <p:cNvPr id="10" name="Text 6">
            <a:extLst>
              <a:ext uri="{FF2B5EF4-FFF2-40B4-BE49-F238E27FC236}">
                <a16:creationId xmlns:a16="http://schemas.microsoft.com/office/drawing/2014/main" id="{29181B2D-4372-9007-5BFE-016DF1C3A815}"/>
              </a:ext>
            </a:extLst>
          </p:cNvPr>
          <p:cNvSpPr/>
          <p:nvPr/>
        </p:nvSpPr>
        <p:spPr>
          <a:xfrm>
            <a:off x="367331" y="893418"/>
            <a:ext cx="5174955" cy="436321"/>
          </a:xfrm>
          <a:prstGeom prst="rect">
            <a:avLst/>
          </a:prstGeom>
          <a:noFill/>
          <a:ln/>
        </p:spPr>
        <p:txBody>
          <a:bodyPr wrap="square" rtlCol="0" anchor="ctr"/>
          <a:lstStyle/>
          <a:p>
            <a:r>
              <a:rPr lang="it-IT" sz="1600" b="1" dirty="0">
                <a:solidFill>
                  <a:srgbClr val="F2545B"/>
                </a:solidFill>
                <a:latin typeface="Cambria" pitchFamily="34" charset="0"/>
                <a:ea typeface="Cambria" pitchFamily="34" charset="-122"/>
                <a:cs typeface="Cambria" pitchFamily="34" charset="-120"/>
              </a:rPr>
              <a:t>Menghapus Duplikasi</a:t>
            </a:r>
            <a:endParaRPr lang="en-US" sz="1600" dirty="0"/>
          </a:p>
        </p:txBody>
      </p:sp>
      <p:pic>
        <p:nvPicPr>
          <p:cNvPr id="8" name="Picture 7">
            <a:extLst>
              <a:ext uri="{FF2B5EF4-FFF2-40B4-BE49-F238E27FC236}">
                <a16:creationId xmlns:a16="http://schemas.microsoft.com/office/drawing/2014/main" id="{694618A7-8E4E-1D97-FC90-9E7217EF4BA6}"/>
              </a:ext>
            </a:extLst>
          </p:cNvPr>
          <p:cNvPicPr>
            <a:picLocks noChangeAspect="1"/>
          </p:cNvPicPr>
          <p:nvPr/>
        </p:nvPicPr>
        <p:blipFill>
          <a:blip r:embed="rId3"/>
          <a:stretch>
            <a:fillRect/>
          </a:stretch>
        </p:blipFill>
        <p:spPr>
          <a:xfrm>
            <a:off x="686889" y="1269739"/>
            <a:ext cx="6735887" cy="2987344"/>
          </a:xfrm>
          <a:prstGeom prst="rect">
            <a:avLst/>
          </a:prstGeom>
        </p:spPr>
      </p:pic>
      <p:pic>
        <p:nvPicPr>
          <p:cNvPr id="12" name="Picture 11">
            <a:extLst>
              <a:ext uri="{FF2B5EF4-FFF2-40B4-BE49-F238E27FC236}">
                <a16:creationId xmlns:a16="http://schemas.microsoft.com/office/drawing/2014/main" id="{605231D7-8157-5CC0-F2F3-48B4CDF210B3}"/>
              </a:ext>
            </a:extLst>
          </p:cNvPr>
          <p:cNvPicPr>
            <a:picLocks noChangeAspect="1"/>
          </p:cNvPicPr>
          <p:nvPr/>
        </p:nvPicPr>
        <p:blipFill>
          <a:blip r:embed="rId4"/>
          <a:stretch>
            <a:fillRect/>
          </a:stretch>
        </p:blipFill>
        <p:spPr>
          <a:xfrm>
            <a:off x="686889" y="4328664"/>
            <a:ext cx="8478433" cy="523948"/>
          </a:xfrm>
          <a:prstGeom prst="rect">
            <a:avLst/>
          </a:prstGeom>
        </p:spPr>
      </p:pic>
    </p:spTree>
    <p:extLst>
      <p:ext uri="{BB962C8B-B14F-4D97-AF65-F5344CB8AC3E}">
        <p14:creationId xmlns:p14="http://schemas.microsoft.com/office/powerpoint/2010/main" val="22279592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4D70B-F1B7-4ACF-34DD-194A004AEADC}"/>
            </a:ext>
          </a:extLst>
        </p:cNvPr>
        <p:cNvGrpSpPr/>
        <p:nvPr/>
      </p:nvGrpSpPr>
      <p:grpSpPr>
        <a:xfrm>
          <a:off x="0" y="0"/>
          <a:ext cx="0" cy="0"/>
          <a:chOff x="0" y="0"/>
          <a:chExt cx="0" cy="0"/>
        </a:xfrm>
      </p:grpSpPr>
      <p:sp>
        <p:nvSpPr>
          <p:cNvPr id="13" name="Shape 5">
            <a:extLst>
              <a:ext uri="{FF2B5EF4-FFF2-40B4-BE49-F238E27FC236}">
                <a16:creationId xmlns:a16="http://schemas.microsoft.com/office/drawing/2014/main" id="{225A6A0B-2E4D-E5A9-F4AF-2A610D58F8CA}"/>
              </a:ext>
            </a:extLst>
          </p:cNvPr>
          <p:cNvSpPr/>
          <p:nvPr/>
        </p:nvSpPr>
        <p:spPr>
          <a:xfrm>
            <a:off x="-67948" y="38821"/>
            <a:ext cx="12237720" cy="6809658"/>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sp>
      <p:sp>
        <p:nvSpPr>
          <p:cNvPr id="2" name="Text 0">
            <a:extLst>
              <a:ext uri="{FF2B5EF4-FFF2-40B4-BE49-F238E27FC236}">
                <a16:creationId xmlns:a16="http://schemas.microsoft.com/office/drawing/2014/main" id="{F386681C-0A3B-9940-69FB-2C7BAEF8F6B7}"/>
              </a:ext>
            </a:extLst>
          </p:cNvPr>
          <p:cNvSpPr/>
          <p:nvPr/>
        </p:nvSpPr>
        <p:spPr>
          <a:xfrm>
            <a:off x="548640" y="411480"/>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Cleaning</a:t>
            </a:r>
            <a:endParaRPr lang="en-US" sz="2800" dirty="0"/>
          </a:p>
        </p:txBody>
      </p:sp>
      <p:sp>
        <p:nvSpPr>
          <p:cNvPr id="29" name="Text 26">
            <a:extLst>
              <a:ext uri="{FF2B5EF4-FFF2-40B4-BE49-F238E27FC236}">
                <a16:creationId xmlns:a16="http://schemas.microsoft.com/office/drawing/2014/main" id="{BEB2BCEC-48A9-2C88-4759-252867D54A76}"/>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sp>
        <p:nvSpPr>
          <p:cNvPr id="5" name="Shape 5">
            <a:extLst>
              <a:ext uri="{FF2B5EF4-FFF2-40B4-BE49-F238E27FC236}">
                <a16:creationId xmlns:a16="http://schemas.microsoft.com/office/drawing/2014/main" id="{0B16909E-8ED7-40E9-C0A2-7FD30BA24663}"/>
              </a:ext>
            </a:extLst>
          </p:cNvPr>
          <p:cNvSpPr/>
          <p:nvPr/>
        </p:nvSpPr>
        <p:spPr>
          <a:xfrm>
            <a:off x="133246" y="4385954"/>
            <a:ext cx="11835333" cy="2111184"/>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7" name="Text 6">
            <a:extLst>
              <a:ext uri="{FF2B5EF4-FFF2-40B4-BE49-F238E27FC236}">
                <a16:creationId xmlns:a16="http://schemas.microsoft.com/office/drawing/2014/main" id="{10F83DA7-1872-0FD0-CE9D-2DEE053F518F}"/>
              </a:ext>
            </a:extLst>
          </p:cNvPr>
          <p:cNvSpPr/>
          <p:nvPr/>
        </p:nvSpPr>
        <p:spPr>
          <a:xfrm>
            <a:off x="367330" y="4453536"/>
            <a:ext cx="5174955" cy="436321"/>
          </a:xfrm>
          <a:prstGeom prst="rect">
            <a:avLst/>
          </a:prstGeom>
          <a:noFill/>
          <a:ln/>
        </p:spPr>
        <p:txBody>
          <a:bodyPr wrap="square" rtlCol="0" anchor="ctr"/>
          <a:lstStyle/>
          <a:p>
            <a:pPr marL="0" indent="0">
              <a:buNone/>
            </a:pPr>
            <a:r>
              <a:rPr lang="en-US" sz="2000" b="1" dirty="0">
                <a:solidFill>
                  <a:srgbClr val="F2545B"/>
                </a:solidFill>
                <a:latin typeface="Cambria" pitchFamily="34" charset="0"/>
                <a:ea typeface="Cambria" pitchFamily="34" charset="-122"/>
                <a:cs typeface="Cambria" pitchFamily="34" charset="-120"/>
              </a:rPr>
              <a:t>Hasil </a:t>
            </a:r>
            <a:r>
              <a:rPr lang="en-US" sz="2000" b="1" dirty="0" err="1">
                <a:solidFill>
                  <a:srgbClr val="F2545B"/>
                </a:solidFill>
                <a:latin typeface="Cambria" pitchFamily="34" charset="0"/>
                <a:ea typeface="Cambria" pitchFamily="34" charset="-122"/>
                <a:cs typeface="Cambria" pitchFamily="34" charset="-120"/>
              </a:rPr>
              <a:t>Pengamatan</a:t>
            </a:r>
            <a:endParaRPr lang="en-US" sz="2000" dirty="0"/>
          </a:p>
        </p:txBody>
      </p:sp>
      <p:sp>
        <p:nvSpPr>
          <p:cNvPr id="9" name="Text 8">
            <a:extLst>
              <a:ext uri="{FF2B5EF4-FFF2-40B4-BE49-F238E27FC236}">
                <a16:creationId xmlns:a16="http://schemas.microsoft.com/office/drawing/2014/main" id="{20C10AFC-EC44-114A-DC1F-3052BB6951A0}"/>
              </a:ext>
            </a:extLst>
          </p:cNvPr>
          <p:cNvSpPr/>
          <p:nvPr/>
        </p:nvSpPr>
        <p:spPr>
          <a:xfrm>
            <a:off x="367330" y="4889857"/>
            <a:ext cx="11367164" cy="1770813"/>
          </a:xfrm>
          <a:prstGeom prst="rect">
            <a:avLst/>
          </a:prstGeom>
          <a:noFill/>
          <a:ln/>
        </p:spPr>
        <p:txBody>
          <a:bodyPr wrap="square" rtlCol="0" anchor="t"/>
          <a:lstStyle/>
          <a:p>
            <a:r>
              <a:rPr lang="en-US" sz="2000" dirty="0">
                <a:solidFill>
                  <a:srgbClr val="444444"/>
                </a:solidFill>
                <a:latin typeface="Calibri" pitchFamily="34" charset="0"/>
                <a:ea typeface="Calibri" pitchFamily="34" charset="-122"/>
                <a:cs typeface="Calibri" pitchFamily="34" charset="-120"/>
              </a:rPr>
              <a:t>Kolom pada table product </a:t>
            </a:r>
            <a:r>
              <a:rPr lang="en-US" sz="2000" dirty="0" err="1">
                <a:solidFill>
                  <a:srgbClr val="444444"/>
                </a:solidFill>
                <a:latin typeface="Calibri" pitchFamily="34" charset="0"/>
                <a:ea typeface="Calibri" pitchFamily="34" charset="-122"/>
                <a:cs typeface="Calibri" pitchFamily="34" charset="-120"/>
              </a:rPr>
              <a:t>sudah</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terisi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semua</a:t>
            </a:r>
            <a:r>
              <a:rPr lang="en-US" sz="2000" dirty="0">
                <a:solidFill>
                  <a:srgbClr val="444444"/>
                </a:solidFill>
                <a:latin typeface="Calibri" pitchFamily="34" charset="0"/>
                <a:ea typeface="Calibri" pitchFamily="34" charset="-122"/>
                <a:cs typeface="Calibri" pitchFamily="34" charset="-120"/>
              </a:rPr>
              <a:t> dan pada table order </a:t>
            </a:r>
            <a:r>
              <a:rPr lang="en-US" sz="2000" dirty="0" err="1">
                <a:solidFill>
                  <a:srgbClr val="444444"/>
                </a:solidFill>
                <a:latin typeface="Calibri" pitchFamily="34" charset="0"/>
                <a:ea typeface="Calibri" pitchFamily="34" charset="-122"/>
                <a:cs typeface="Calibri" pitchFamily="34" charset="-120"/>
              </a:rPr>
              <a:t>kolom</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order_approved_at</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order_delivered_carrier_date,order_delivered_customer_date</a:t>
            </a:r>
            <a:r>
              <a:rPr lang="en-US" sz="2000" dirty="0">
                <a:solidFill>
                  <a:srgbClr val="444444"/>
                </a:solidFill>
                <a:latin typeface="Calibri" pitchFamily="34" charset="0"/>
                <a:ea typeface="Calibri" pitchFamily="34" charset="-122"/>
                <a:cs typeface="Calibri" pitchFamily="34" charset="-120"/>
              </a:rPr>
              <a:t> </a:t>
            </a:r>
            <a:r>
              <a:rPr lang="sv-SE" sz="2000" dirty="0">
                <a:solidFill>
                  <a:srgbClr val="444444"/>
                </a:solidFill>
                <a:latin typeface="Calibri" pitchFamily="34" charset="0"/>
                <a:ea typeface="Calibri" pitchFamily="34" charset="-122"/>
                <a:cs typeface="Calibri" pitchFamily="34" charset="-120"/>
              </a:rPr>
              <a:t>tidak akan di imputasi karena menandakan barang di cancel, pesanan dibatalkan, pesanan belum sampai, atau barang hilang</a:t>
            </a:r>
            <a:br>
              <a:rPr lang="en-US" sz="2000" dirty="0">
                <a:solidFill>
                  <a:srgbClr val="444444"/>
                </a:solidFill>
                <a:latin typeface="Calibri" pitchFamily="34" charset="0"/>
                <a:ea typeface="Calibri" pitchFamily="34" charset="-122"/>
                <a:cs typeface="Calibri" pitchFamily="34" charset="-120"/>
              </a:rPr>
            </a:br>
            <a:endParaRPr lang="en-US" sz="2000" dirty="0">
              <a:solidFill>
                <a:srgbClr val="444444"/>
              </a:solidFill>
              <a:latin typeface="Calibri" pitchFamily="34" charset="0"/>
              <a:ea typeface="Calibri" pitchFamily="34" charset="-122"/>
              <a:cs typeface="Calibri" pitchFamily="34" charset="-120"/>
            </a:endParaRPr>
          </a:p>
        </p:txBody>
      </p:sp>
      <p:sp>
        <p:nvSpPr>
          <p:cNvPr id="10" name="Text 6">
            <a:extLst>
              <a:ext uri="{FF2B5EF4-FFF2-40B4-BE49-F238E27FC236}">
                <a16:creationId xmlns:a16="http://schemas.microsoft.com/office/drawing/2014/main" id="{FD105AE3-5D5F-38CC-78C5-68BDC7E2A54C}"/>
              </a:ext>
            </a:extLst>
          </p:cNvPr>
          <p:cNvSpPr/>
          <p:nvPr/>
        </p:nvSpPr>
        <p:spPr>
          <a:xfrm>
            <a:off x="548640" y="912777"/>
            <a:ext cx="5174955" cy="436321"/>
          </a:xfrm>
          <a:prstGeom prst="rect">
            <a:avLst/>
          </a:prstGeom>
          <a:noFill/>
          <a:ln/>
        </p:spPr>
        <p:txBody>
          <a:bodyPr wrap="square" rtlCol="0" anchor="ctr"/>
          <a:lstStyle/>
          <a:p>
            <a:r>
              <a:rPr lang="it-IT" sz="1600" b="1" dirty="0">
                <a:solidFill>
                  <a:srgbClr val="F2545B"/>
                </a:solidFill>
                <a:latin typeface="Cambria" pitchFamily="34" charset="0"/>
                <a:ea typeface="Cambria" pitchFamily="34" charset="-122"/>
                <a:cs typeface="Cambria" pitchFamily="34" charset="-120"/>
              </a:rPr>
              <a:t>Imputasi pada tabel product</a:t>
            </a:r>
            <a:endParaRPr lang="en-US" sz="1600" dirty="0"/>
          </a:p>
        </p:txBody>
      </p:sp>
      <p:pic>
        <p:nvPicPr>
          <p:cNvPr id="4" name="Picture 3">
            <a:extLst>
              <a:ext uri="{FF2B5EF4-FFF2-40B4-BE49-F238E27FC236}">
                <a16:creationId xmlns:a16="http://schemas.microsoft.com/office/drawing/2014/main" id="{9A88B028-C7F6-E076-76C7-6709356DCCEA}"/>
              </a:ext>
            </a:extLst>
          </p:cNvPr>
          <p:cNvPicPr>
            <a:picLocks noChangeAspect="1"/>
          </p:cNvPicPr>
          <p:nvPr/>
        </p:nvPicPr>
        <p:blipFill>
          <a:blip r:embed="rId3"/>
          <a:stretch>
            <a:fillRect/>
          </a:stretch>
        </p:blipFill>
        <p:spPr>
          <a:xfrm>
            <a:off x="415435" y="1433258"/>
            <a:ext cx="5526878" cy="2868536"/>
          </a:xfrm>
          <a:prstGeom prst="rect">
            <a:avLst/>
          </a:prstGeom>
        </p:spPr>
      </p:pic>
      <p:pic>
        <p:nvPicPr>
          <p:cNvPr id="8" name="Picture 7">
            <a:extLst>
              <a:ext uri="{FF2B5EF4-FFF2-40B4-BE49-F238E27FC236}">
                <a16:creationId xmlns:a16="http://schemas.microsoft.com/office/drawing/2014/main" id="{73EA2E58-1A49-4EDA-3497-BC50815E9E6A}"/>
              </a:ext>
            </a:extLst>
          </p:cNvPr>
          <p:cNvPicPr>
            <a:picLocks noChangeAspect="1"/>
          </p:cNvPicPr>
          <p:nvPr/>
        </p:nvPicPr>
        <p:blipFill>
          <a:blip r:embed="rId4"/>
          <a:stretch>
            <a:fillRect/>
          </a:stretch>
        </p:blipFill>
        <p:spPr>
          <a:xfrm>
            <a:off x="6340183" y="1349097"/>
            <a:ext cx="4153963" cy="2868535"/>
          </a:xfrm>
          <a:prstGeom prst="rect">
            <a:avLst/>
          </a:prstGeom>
        </p:spPr>
      </p:pic>
    </p:spTree>
    <p:extLst>
      <p:ext uri="{BB962C8B-B14F-4D97-AF65-F5344CB8AC3E}">
        <p14:creationId xmlns:p14="http://schemas.microsoft.com/office/powerpoint/2010/main" val="16906908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0F54B-AC2C-68A4-DDDF-1CA676652B6C}"/>
            </a:ext>
          </a:extLst>
        </p:cNvPr>
        <p:cNvGrpSpPr/>
        <p:nvPr/>
      </p:nvGrpSpPr>
      <p:grpSpPr>
        <a:xfrm>
          <a:off x="0" y="0"/>
          <a:ext cx="0" cy="0"/>
          <a:chOff x="0" y="0"/>
          <a:chExt cx="0" cy="0"/>
        </a:xfrm>
      </p:grpSpPr>
      <p:sp>
        <p:nvSpPr>
          <p:cNvPr id="13" name="Shape 5">
            <a:extLst>
              <a:ext uri="{FF2B5EF4-FFF2-40B4-BE49-F238E27FC236}">
                <a16:creationId xmlns:a16="http://schemas.microsoft.com/office/drawing/2014/main" id="{2A092133-27A5-173E-42A0-6976D5F1525D}"/>
              </a:ext>
            </a:extLst>
          </p:cNvPr>
          <p:cNvSpPr/>
          <p:nvPr/>
        </p:nvSpPr>
        <p:spPr>
          <a:xfrm>
            <a:off x="-67948" y="38821"/>
            <a:ext cx="12237720" cy="6809658"/>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sp>
      <p:sp>
        <p:nvSpPr>
          <p:cNvPr id="2" name="Text 0">
            <a:extLst>
              <a:ext uri="{FF2B5EF4-FFF2-40B4-BE49-F238E27FC236}">
                <a16:creationId xmlns:a16="http://schemas.microsoft.com/office/drawing/2014/main" id="{31DEC09D-7B5B-A25C-7FBA-E453ADEC6F66}"/>
              </a:ext>
            </a:extLst>
          </p:cNvPr>
          <p:cNvSpPr/>
          <p:nvPr/>
        </p:nvSpPr>
        <p:spPr>
          <a:xfrm>
            <a:off x="548640" y="411480"/>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Cleaning</a:t>
            </a:r>
            <a:endParaRPr lang="en-US" sz="2800" dirty="0"/>
          </a:p>
        </p:txBody>
      </p:sp>
      <p:sp>
        <p:nvSpPr>
          <p:cNvPr id="29" name="Text 26">
            <a:extLst>
              <a:ext uri="{FF2B5EF4-FFF2-40B4-BE49-F238E27FC236}">
                <a16:creationId xmlns:a16="http://schemas.microsoft.com/office/drawing/2014/main" id="{FFEBB9B0-73F6-D9F9-AE97-2778C8658CA6}"/>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sp>
        <p:nvSpPr>
          <p:cNvPr id="5" name="Shape 5">
            <a:extLst>
              <a:ext uri="{FF2B5EF4-FFF2-40B4-BE49-F238E27FC236}">
                <a16:creationId xmlns:a16="http://schemas.microsoft.com/office/drawing/2014/main" id="{ACFC0FFC-BDB3-57F8-78BC-1B1DA031C043}"/>
              </a:ext>
            </a:extLst>
          </p:cNvPr>
          <p:cNvSpPr/>
          <p:nvPr/>
        </p:nvSpPr>
        <p:spPr>
          <a:xfrm>
            <a:off x="133246" y="5016144"/>
            <a:ext cx="11835333" cy="1480994"/>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7" name="Text 6">
            <a:extLst>
              <a:ext uri="{FF2B5EF4-FFF2-40B4-BE49-F238E27FC236}">
                <a16:creationId xmlns:a16="http://schemas.microsoft.com/office/drawing/2014/main" id="{2D836D5C-B9C6-1213-DA55-BCBE73AB5649}"/>
              </a:ext>
            </a:extLst>
          </p:cNvPr>
          <p:cNvSpPr/>
          <p:nvPr/>
        </p:nvSpPr>
        <p:spPr>
          <a:xfrm>
            <a:off x="415435" y="5052961"/>
            <a:ext cx="5174955" cy="436321"/>
          </a:xfrm>
          <a:prstGeom prst="rect">
            <a:avLst/>
          </a:prstGeom>
          <a:noFill/>
          <a:ln/>
        </p:spPr>
        <p:txBody>
          <a:bodyPr wrap="square" rtlCol="0" anchor="ctr"/>
          <a:lstStyle/>
          <a:p>
            <a:pPr marL="0" indent="0">
              <a:buNone/>
            </a:pPr>
            <a:r>
              <a:rPr lang="en-US" sz="1600" b="1" dirty="0">
                <a:solidFill>
                  <a:srgbClr val="F2545B"/>
                </a:solidFill>
                <a:latin typeface="Cambria" pitchFamily="34" charset="0"/>
                <a:ea typeface="Cambria" pitchFamily="34" charset="-122"/>
                <a:cs typeface="Cambria" pitchFamily="34" charset="-120"/>
              </a:rPr>
              <a:t>Hasil Cleaning</a:t>
            </a:r>
            <a:endParaRPr lang="en-US" sz="1600" dirty="0"/>
          </a:p>
        </p:txBody>
      </p:sp>
      <p:sp>
        <p:nvSpPr>
          <p:cNvPr id="9" name="Text 8">
            <a:extLst>
              <a:ext uri="{FF2B5EF4-FFF2-40B4-BE49-F238E27FC236}">
                <a16:creationId xmlns:a16="http://schemas.microsoft.com/office/drawing/2014/main" id="{AE4D6633-676B-D924-698D-4E7D7EB49107}"/>
              </a:ext>
            </a:extLst>
          </p:cNvPr>
          <p:cNvSpPr/>
          <p:nvPr/>
        </p:nvSpPr>
        <p:spPr>
          <a:xfrm>
            <a:off x="367330" y="5489282"/>
            <a:ext cx="11367164" cy="1171388"/>
          </a:xfrm>
          <a:prstGeom prst="rect">
            <a:avLst/>
          </a:prstGeom>
          <a:noFill/>
          <a:ln/>
        </p:spPr>
        <p:txBody>
          <a:bodyPr wrap="square" rtlCol="0" anchor="t"/>
          <a:lstStyle/>
          <a:p>
            <a:r>
              <a:rPr lang="sv-SE" sz="2000" dirty="0">
                <a:solidFill>
                  <a:srgbClr val="444444"/>
                </a:solidFill>
                <a:latin typeface="Calibri" pitchFamily="34" charset="0"/>
                <a:ea typeface="Calibri" pitchFamily="34" charset="-122"/>
                <a:cs typeface="Calibri" pitchFamily="34" charset="-120"/>
              </a:rPr>
              <a:t> setelah diubah tipe data kolom yang akhiran nama ’date’ sudah menjadi tipe data waktu</a:t>
            </a:r>
            <a:br>
              <a:rPr lang="sv-SE" sz="2000" dirty="0">
                <a:solidFill>
                  <a:srgbClr val="444444"/>
                </a:solidFill>
                <a:latin typeface="Calibri" pitchFamily="34" charset="0"/>
                <a:ea typeface="Calibri" pitchFamily="34" charset="-122"/>
                <a:cs typeface="Calibri" pitchFamily="34" charset="-120"/>
              </a:rPr>
            </a:br>
            <a:br>
              <a:rPr lang="en-US" sz="2000" dirty="0">
                <a:solidFill>
                  <a:srgbClr val="444444"/>
                </a:solidFill>
                <a:latin typeface="Calibri" pitchFamily="34" charset="0"/>
                <a:ea typeface="Calibri" pitchFamily="34" charset="-122"/>
                <a:cs typeface="Calibri" pitchFamily="34" charset="-120"/>
              </a:rPr>
            </a:br>
            <a:endParaRPr lang="en-US" sz="2000" dirty="0">
              <a:solidFill>
                <a:srgbClr val="444444"/>
              </a:solidFill>
              <a:latin typeface="Calibri" pitchFamily="34" charset="0"/>
              <a:ea typeface="Calibri" pitchFamily="34" charset="-122"/>
              <a:cs typeface="Calibri" pitchFamily="34" charset="-120"/>
            </a:endParaRPr>
          </a:p>
        </p:txBody>
      </p:sp>
      <p:sp>
        <p:nvSpPr>
          <p:cNvPr id="10" name="Text 6">
            <a:extLst>
              <a:ext uri="{FF2B5EF4-FFF2-40B4-BE49-F238E27FC236}">
                <a16:creationId xmlns:a16="http://schemas.microsoft.com/office/drawing/2014/main" id="{68D47E52-59C7-F08E-2493-24704D972F1E}"/>
              </a:ext>
            </a:extLst>
          </p:cNvPr>
          <p:cNvSpPr/>
          <p:nvPr/>
        </p:nvSpPr>
        <p:spPr>
          <a:xfrm>
            <a:off x="548640" y="912777"/>
            <a:ext cx="5174955" cy="436321"/>
          </a:xfrm>
          <a:prstGeom prst="rect">
            <a:avLst/>
          </a:prstGeom>
          <a:noFill/>
          <a:ln/>
        </p:spPr>
        <p:txBody>
          <a:bodyPr wrap="square" rtlCol="0" anchor="ctr"/>
          <a:lstStyle/>
          <a:p>
            <a:r>
              <a:rPr lang="it-IT" sz="1600" b="1" dirty="0">
                <a:solidFill>
                  <a:srgbClr val="F2545B"/>
                </a:solidFill>
                <a:latin typeface="Cambria" pitchFamily="34" charset="0"/>
                <a:ea typeface="Cambria" pitchFamily="34" charset="-122"/>
                <a:cs typeface="Cambria" pitchFamily="34" charset="-120"/>
              </a:rPr>
              <a:t>Mengubah tipe data</a:t>
            </a:r>
            <a:endParaRPr lang="en-US" sz="1600" dirty="0"/>
          </a:p>
        </p:txBody>
      </p:sp>
      <p:pic>
        <p:nvPicPr>
          <p:cNvPr id="6" name="Picture 5">
            <a:extLst>
              <a:ext uri="{FF2B5EF4-FFF2-40B4-BE49-F238E27FC236}">
                <a16:creationId xmlns:a16="http://schemas.microsoft.com/office/drawing/2014/main" id="{8BDD320D-B85D-862A-A237-49563DE8EDAC}"/>
              </a:ext>
            </a:extLst>
          </p:cNvPr>
          <p:cNvPicPr>
            <a:picLocks noChangeAspect="1"/>
          </p:cNvPicPr>
          <p:nvPr/>
        </p:nvPicPr>
        <p:blipFill>
          <a:blip r:embed="rId3"/>
          <a:stretch>
            <a:fillRect/>
          </a:stretch>
        </p:blipFill>
        <p:spPr>
          <a:xfrm>
            <a:off x="2421380" y="1501758"/>
            <a:ext cx="7259063" cy="2962688"/>
          </a:xfrm>
          <a:prstGeom prst="rect">
            <a:avLst/>
          </a:prstGeom>
        </p:spPr>
      </p:pic>
    </p:spTree>
    <p:extLst>
      <p:ext uri="{BB962C8B-B14F-4D97-AF65-F5344CB8AC3E}">
        <p14:creationId xmlns:p14="http://schemas.microsoft.com/office/powerpoint/2010/main" val="36915562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6A6A8-8C26-1955-D66B-283617A2146E}"/>
            </a:ext>
          </a:extLst>
        </p:cNvPr>
        <p:cNvGrpSpPr/>
        <p:nvPr/>
      </p:nvGrpSpPr>
      <p:grpSpPr>
        <a:xfrm>
          <a:off x="0" y="0"/>
          <a:ext cx="0" cy="0"/>
          <a:chOff x="0" y="0"/>
          <a:chExt cx="0" cy="0"/>
        </a:xfrm>
      </p:grpSpPr>
      <p:sp>
        <p:nvSpPr>
          <p:cNvPr id="13" name="Shape 5">
            <a:extLst>
              <a:ext uri="{FF2B5EF4-FFF2-40B4-BE49-F238E27FC236}">
                <a16:creationId xmlns:a16="http://schemas.microsoft.com/office/drawing/2014/main" id="{42A0873E-FB07-EE07-F199-AEBC8EB24F9B}"/>
              </a:ext>
            </a:extLst>
          </p:cNvPr>
          <p:cNvSpPr/>
          <p:nvPr/>
        </p:nvSpPr>
        <p:spPr>
          <a:xfrm>
            <a:off x="-67948" y="38821"/>
            <a:ext cx="12237720" cy="6809658"/>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2" name="Text 0">
            <a:extLst>
              <a:ext uri="{FF2B5EF4-FFF2-40B4-BE49-F238E27FC236}">
                <a16:creationId xmlns:a16="http://schemas.microsoft.com/office/drawing/2014/main" id="{4D8B9877-DBA8-6ADB-FDBF-60C22F7618CF}"/>
              </a:ext>
            </a:extLst>
          </p:cNvPr>
          <p:cNvSpPr/>
          <p:nvPr/>
        </p:nvSpPr>
        <p:spPr>
          <a:xfrm>
            <a:off x="548640" y="411480"/>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Cleaning</a:t>
            </a:r>
            <a:endParaRPr lang="en-US" sz="2800" dirty="0"/>
          </a:p>
        </p:txBody>
      </p:sp>
      <p:sp>
        <p:nvSpPr>
          <p:cNvPr id="29" name="Text 26">
            <a:extLst>
              <a:ext uri="{FF2B5EF4-FFF2-40B4-BE49-F238E27FC236}">
                <a16:creationId xmlns:a16="http://schemas.microsoft.com/office/drawing/2014/main" id="{C83A66C9-BA1F-3995-89AC-13B059563484}"/>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sp>
        <p:nvSpPr>
          <p:cNvPr id="10" name="Text 6">
            <a:extLst>
              <a:ext uri="{FF2B5EF4-FFF2-40B4-BE49-F238E27FC236}">
                <a16:creationId xmlns:a16="http://schemas.microsoft.com/office/drawing/2014/main" id="{AFAEC481-8B14-E563-1237-220FC1C487C1}"/>
              </a:ext>
            </a:extLst>
          </p:cNvPr>
          <p:cNvSpPr/>
          <p:nvPr/>
        </p:nvSpPr>
        <p:spPr>
          <a:xfrm>
            <a:off x="548640" y="912777"/>
            <a:ext cx="5174955" cy="436321"/>
          </a:xfrm>
          <a:prstGeom prst="rect">
            <a:avLst/>
          </a:prstGeom>
          <a:noFill/>
          <a:ln/>
        </p:spPr>
        <p:txBody>
          <a:bodyPr wrap="square" rtlCol="0" anchor="ctr"/>
          <a:lstStyle/>
          <a:p>
            <a:r>
              <a:rPr lang="en-US" sz="1600" b="1" dirty="0">
                <a:solidFill>
                  <a:srgbClr val="F2545B"/>
                </a:solidFill>
                <a:latin typeface="Cambria" pitchFamily="34" charset="0"/>
                <a:ea typeface="Cambria" pitchFamily="34" charset="-122"/>
                <a:cs typeface="Cambria" pitchFamily="34" charset="-120"/>
              </a:rPr>
              <a:t>Cek outlier</a:t>
            </a:r>
            <a:endParaRPr lang="en-US" sz="1600" dirty="0"/>
          </a:p>
        </p:txBody>
      </p:sp>
      <p:sp>
        <p:nvSpPr>
          <p:cNvPr id="17" name="Shape 5">
            <a:extLst>
              <a:ext uri="{FF2B5EF4-FFF2-40B4-BE49-F238E27FC236}">
                <a16:creationId xmlns:a16="http://schemas.microsoft.com/office/drawing/2014/main" id="{205581E3-1970-63B5-03BE-96DE72C2360F}"/>
              </a:ext>
            </a:extLst>
          </p:cNvPr>
          <p:cNvSpPr/>
          <p:nvPr/>
        </p:nvSpPr>
        <p:spPr>
          <a:xfrm>
            <a:off x="0" y="4946272"/>
            <a:ext cx="11835333" cy="1753783"/>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19" name="Text 6">
            <a:extLst>
              <a:ext uri="{FF2B5EF4-FFF2-40B4-BE49-F238E27FC236}">
                <a16:creationId xmlns:a16="http://schemas.microsoft.com/office/drawing/2014/main" id="{BA7833AA-127D-5C1C-D93C-9156DAA21DC7}"/>
              </a:ext>
            </a:extLst>
          </p:cNvPr>
          <p:cNvSpPr/>
          <p:nvPr/>
        </p:nvSpPr>
        <p:spPr>
          <a:xfrm>
            <a:off x="111827" y="4931995"/>
            <a:ext cx="5174955" cy="436321"/>
          </a:xfrm>
          <a:prstGeom prst="rect">
            <a:avLst/>
          </a:prstGeom>
          <a:noFill/>
          <a:ln/>
        </p:spPr>
        <p:txBody>
          <a:bodyPr wrap="square" rtlCol="0" anchor="ctr"/>
          <a:lstStyle/>
          <a:p>
            <a:pPr marL="0" indent="0">
              <a:buNone/>
            </a:pPr>
            <a:r>
              <a:rPr lang="en-US" sz="1600" b="1" dirty="0">
                <a:solidFill>
                  <a:srgbClr val="F2545B"/>
                </a:solidFill>
                <a:latin typeface="Cambria" pitchFamily="34" charset="0"/>
                <a:ea typeface="Cambria" pitchFamily="34" charset="-122"/>
                <a:cs typeface="Cambria" pitchFamily="34" charset="-120"/>
              </a:rPr>
              <a:t>Hasil </a:t>
            </a:r>
            <a:r>
              <a:rPr lang="en-US" sz="1600" b="1" dirty="0" err="1">
                <a:solidFill>
                  <a:srgbClr val="F2545B"/>
                </a:solidFill>
                <a:latin typeface="Cambria" pitchFamily="34" charset="0"/>
                <a:ea typeface="Cambria" pitchFamily="34" charset="-122"/>
                <a:cs typeface="Cambria" pitchFamily="34" charset="-120"/>
              </a:rPr>
              <a:t>Pengamatan</a:t>
            </a:r>
            <a:endParaRPr lang="en-US" sz="1600" dirty="0"/>
          </a:p>
        </p:txBody>
      </p:sp>
      <p:sp>
        <p:nvSpPr>
          <p:cNvPr id="21" name="Text 8">
            <a:extLst>
              <a:ext uri="{FF2B5EF4-FFF2-40B4-BE49-F238E27FC236}">
                <a16:creationId xmlns:a16="http://schemas.microsoft.com/office/drawing/2014/main" id="{526B5C68-7707-3F01-7941-107AB8165C2E}"/>
              </a:ext>
            </a:extLst>
          </p:cNvPr>
          <p:cNvSpPr/>
          <p:nvPr/>
        </p:nvSpPr>
        <p:spPr>
          <a:xfrm>
            <a:off x="111827" y="5293447"/>
            <a:ext cx="11622668" cy="1537148"/>
          </a:xfrm>
          <a:prstGeom prst="rect">
            <a:avLst/>
          </a:prstGeom>
          <a:noFill/>
          <a:ln/>
        </p:spPr>
        <p:txBody>
          <a:bodyPr wrap="square" rtlCol="0" anchor="t"/>
          <a:lstStyle/>
          <a:p>
            <a:r>
              <a:rPr lang="en-US" sz="2000" dirty="0" err="1">
                <a:solidFill>
                  <a:srgbClr val="444444"/>
                </a:solidFill>
                <a:latin typeface="Calibri" pitchFamily="34" charset="0"/>
                <a:ea typeface="Calibri" pitchFamily="34" charset="-122"/>
                <a:cs typeface="Calibri" pitchFamily="34" charset="-120"/>
              </a:rPr>
              <a:t>Terdapat</a:t>
            </a:r>
            <a:r>
              <a:rPr lang="en-US" sz="2000" dirty="0">
                <a:solidFill>
                  <a:srgbClr val="444444"/>
                </a:solidFill>
                <a:latin typeface="Calibri" pitchFamily="34" charset="0"/>
                <a:ea typeface="Calibri" pitchFamily="34" charset="-122"/>
                <a:cs typeface="Calibri" pitchFamily="34" charset="-120"/>
              </a:rPr>
              <a:t> 12.134 </a:t>
            </a:r>
            <a:r>
              <a:rPr lang="en-US" sz="2000" dirty="0" err="1">
                <a:solidFill>
                  <a:srgbClr val="444444"/>
                </a:solidFill>
                <a:latin typeface="Calibri" pitchFamily="34" charset="0"/>
                <a:ea typeface="Calibri" pitchFamily="34" charset="-122"/>
                <a:cs typeface="Calibri" pitchFamily="34" charset="-120"/>
              </a:rPr>
              <a:t>jumlah</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pesanan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dengan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ongkirnya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jauh</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berbeda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dengan</a:t>
            </a:r>
            <a:r>
              <a:rPr lang="en-US" sz="2000" dirty="0">
                <a:solidFill>
                  <a:srgbClr val="444444"/>
                </a:solidFill>
                <a:latin typeface="Calibri" pitchFamily="34" charset="0"/>
                <a:ea typeface="Calibri" pitchFamily="34" charset="-122"/>
                <a:cs typeface="Calibri" pitchFamily="34" charset="-120"/>
              </a:rPr>
              <a:t> yang </a:t>
            </a:r>
            <a:r>
              <a:rPr lang="en-US" sz="2000" dirty="0" err="1">
                <a:solidFill>
                  <a:srgbClr val="444444"/>
                </a:solidFill>
                <a:latin typeface="Calibri" pitchFamily="34" charset="0"/>
                <a:ea typeface="Calibri" pitchFamily="34" charset="-122"/>
                <a:cs typeface="Calibri" pitchFamily="34" charset="-120"/>
              </a:rPr>
              <a:t>lainnya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ini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akan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menjadi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arah</a:t>
            </a:r>
            <a:r>
              <a:rPr lang="en-US" sz="2000" dirty="0">
                <a:solidFill>
                  <a:srgbClr val="444444"/>
                </a:solidFill>
                <a:latin typeface="Calibri" pitchFamily="34" charset="0"/>
                <a:ea typeface="Calibri" pitchFamily="34" charset="-122"/>
                <a:cs typeface="Calibri" pitchFamily="34" charset="-120"/>
              </a:rPr>
              <a:t> Analisa </a:t>
            </a:r>
          </a:p>
        </p:txBody>
      </p:sp>
      <p:pic>
        <p:nvPicPr>
          <p:cNvPr id="4" name="Picture 3">
            <a:extLst>
              <a:ext uri="{FF2B5EF4-FFF2-40B4-BE49-F238E27FC236}">
                <a16:creationId xmlns:a16="http://schemas.microsoft.com/office/drawing/2014/main" id="{4825021C-75F6-790D-164F-8746575AEE5C}"/>
              </a:ext>
            </a:extLst>
          </p:cNvPr>
          <p:cNvPicPr>
            <a:picLocks noChangeAspect="1"/>
          </p:cNvPicPr>
          <p:nvPr/>
        </p:nvPicPr>
        <p:blipFill>
          <a:blip r:embed="rId3"/>
          <a:stretch>
            <a:fillRect/>
          </a:stretch>
        </p:blipFill>
        <p:spPr>
          <a:xfrm>
            <a:off x="1949943" y="1363375"/>
            <a:ext cx="7547304" cy="2393047"/>
          </a:xfrm>
          <a:prstGeom prst="rect">
            <a:avLst/>
          </a:prstGeom>
        </p:spPr>
      </p:pic>
    </p:spTree>
    <p:extLst>
      <p:ext uri="{BB962C8B-B14F-4D97-AF65-F5344CB8AC3E}">
        <p14:creationId xmlns:p14="http://schemas.microsoft.com/office/powerpoint/2010/main" val="9620195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B988B-CFD0-D340-E391-7D2EBD48DC7D}"/>
            </a:ext>
          </a:extLst>
        </p:cNvPr>
        <p:cNvGrpSpPr/>
        <p:nvPr/>
      </p:nvGrpSpPr>
      <p:grpSpPr>
        <a:xfrm>
          <a:off x="0" y="0"/>
          <a:ext cx="0" cy="0"/>
          <a:chOff x="0" y="0"/>
          <a:chExt cx="0" cy="0"/>
        </a:xfrm>
      </p:grpSpPr>
      <p:sp>
        <p:nvSpPr>
          <p:cNvPr id="13" name="Shape 5">
            <a:extLst>
              <a:ext uri="{FF2B5EF4-FFF2-40B4-BE49-F238E27FC236}">
                <a16:creationId xmlns:a16="http://schemas.microsoft.com/office/drawing/2014/main" id="{9FA07BB4-2C28-A681-D658-F2F812FA9074}"/>
              </a:ext>
            </a:extLst>
          </p:cNvPr>
          <p:cNvSpPr/>
          <p:nvPr/>
        </p:nvSpPr>
        <p:spPr>
          <a:xfrm>
            <a:off x="-157547" y="-109603"/>
            <a:ext cx="12237720" cy="6809658"/>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2" name="Text 0">
            <a:extLst>
              <a:ext uri="{FF2B5EF4-FFF2-40B4-BE49-F238E27FC236}">
                <a16:creationId xmlns:a16="http://schemas.microsoft.com/office/drawing/2014/main" id="{2C4578A0-A744-FB41-2CBF-48DFDF53892C}"/>
              </a:ext>
            </a:extLst>
          </p:cNvPr>
          <p:cNvSpPr/>
          <p:nvPr/>
        </p:nvSpPr>
        <p:spPr>
          <a:xfrm>
            <a:off x="548640" y="411480"/>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Manipulation</a:t>
            </a:r>
            <a:endParaRPr lang="en-US" sz="2800" dirty="0"/>
          </a:p>
        </p:txBody>
      </p:sp>
      <p:sp>
        <p:nvSpPr>
          <p:cNvPr id="29" name="Text 26">
            <a:extLst>
              <a:ext uri="{FF2B5EF4-FFF2-40B4-BE49-F238E27FC236}">
                <a16:creationId xmlns:a16="http://schemas.microsoft.com/office/drawing/2014/main" id="{002A0A73-0DCD-0D11-86B7-3D357D1DD599}"/>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sp>
        <p:nvSpPr>
          <p:cNvPr id="10" name="Text 6">
            <a:extLst>
              <a:ext uri="{FF2B5EF4-FFF2-40B4-BE49-F238E27FC236}">
                <a16:creationId xmlns:a16="http://schemas.microsoft.com/office/drawing/2014/main" id="{89C597FF-C049-D58F-39F1-DDAACA70E997}"/>
              </a:ext>
            </a:extLst>
          </p:cNvPr>
          <p:cNvSpPr/>
          <p:nvPr/>
        </p:nvSpPr>
        <p:spPr>
          <a:xfrm>
            <a:off x="548640" y="912777"/>
            <a:ext cx="7156525" cy="436321"/>
          </a:xfrm>
          <a:prstGeom prst="rect">
            <a:avLst/>
          </a:prstGeom>
          <a:noFill/>
          <a:ln/>
        </p:spPr>
        <p:txBody>
          <a:bodyPr wrap="square" rtlCol="0" anchor="ctr"/>
          <a:lstStyle/>
          <a:p>
            <a:r>
              <a:rPr lang="en-US" sz="1600" b="1" dirty="0">
                <a:solidFill>
                  <a:srgbClr val="F2545B"/>
                </a:solidFill>
                <a:latin typeface="Cambria" pitchFamily="34" charset="0"/>
                <a:ea typeface="Cambria" pitchFamily="34" charset="-122"/>
                <a:cs typeface="Cambria" pitchFamily="34" charset="-120"/>
              </a:rPr>
              <a:t>1. </a:t>
            </a:r>
            <a:r>
              <a:rPr lang="en-US" sz="1600" b="1" dirty="0" err="1">
                <a:solidFill>
                  <a:srgbClr val="F2545B"/>
                </a:solidFill>
                <a:latin typeface="Cambria" pitchFamily="34" charset="0"/>
                <a:ea typeface="Cambria" pitchFamily="34" charset="-122"/>
                <a:cs typeface="Cambria" pitchFamily="34" charset="-120"/>
              </a:rPr>
              <a:t>Mengetahui</a:t>
            </a:r>
            <a:r>
              <a:rPr lang="en-US" sz="1600" b="1" dirty="0">
                <a:solidFill>
                  <a:srgbClr val="F2545B"/>
                </a:solidFill>
                <a:latin typeface="Cambria" pitchFamily="34" charset="0"/>
                <a:ea typeface="Cambria" pitchFamily="34" charset="-122"/>
                <a:cs typeface="Cambria" pitchFamily="34" charset="-120"/>
              </a:rPr>
              <a:t> </a:t>
            </a:r>
            <a:r>
              <a:rPr lang="en-US" sz="1600" b="1" dirty="0" err="1">
                <a:solidFill>
                  <a:srgbClr val="F2545B"/>
                </a:solidFill>
                <a:latin typeface="Cambria" pitchFamily="34" charset="0"/>
                <a:ea typeface="Cambria" pitchFamily="34" charset="-122"/>
                <a:cs typeface="Cambria" pitchFamily="34" charset="-120"/>
              </a:rPr>
              <a:t>ringkasan</a:t>
            </a:r>
            <a:r>
              <a:rPr lang="en-US" sz="1600" b="1" dirty="0">
                <a:solidFill>
                  <a:srgbClr val="F2545B"/>
                </a:solidFill>
                <a:latin typeface="Cambria" pitchFamily="34" charset="0"/>
                <a:ea typeface="Cambria" pitchFamily="34" charset="-122"/>
                <a:cs typeface="Cambria" pitchFamily="34" charset="-120"/>
              </a:rPr>
              <a:t> </a:t>
            </a:r>
            <a:r>
              <a:rPr lang="en-US" sz="1600" b="1" dirty="0" err="1">
                <a:solidFill>
                  <a:srgbClr val="F2545B"/>
                </a:solidFill>
                <a:latin typeface="Cambria" pitchFamily="34" charset="0"/>
                <a:ea typeface="Cambria" pitchFamily="34" charset="-122"/>
                <a:cs typeface="Cambria" pitchFamily="34" charset="-120"/>
              </a:rPr>
              <a:t>ongkos</a:t>
            </a:r>
            <a:r>
              <a:rPr lang="en-US" sz="1600" b="1" dirty="0">
                <a:solidFill>
                  <a:srgbClr val="F2545B"/>
                </a:solidFill>
                <a:latin typeface="Cambria" pitchFamily="34" charset="0"/>
                <a:ea typeface="Cambria" pitchFamily="34" charset="-122"/>
                <a:cs typeface="Cambria" pitchFamily="34" charset="-120"/>
              </a:rPr>
              <a:t> </a:t>
            </a:r>
            <a:r>
              <a:rPr lang="en-US" sz="1600" b="1" dirty="0" err="1">
                <a:solidFill>
                  <a:srgbClr val="F2545B"/>
                </a:solidFill>
                <a:latin typeface="Cambria" pitchFamily="34" charset="0"/>
                <a:ea typeface="Cambria" pitchFamily="34" charset="-122"/>
                <a:cs typeface="Cambria" pitchFamily="34" charset="-120"/>
              </a:rPr>
              <a:t>kirim</a:t>
            </a:r>
            <a:r>
              <a:rPr lang="en-US" sz="1600" b="1" dirty="0">
                <a:solidFill>
                  <a:srgbClr val="F2545B"/>
                </a:solidFill>
                <a:latin typeface="Cambria" pitchFamily="34" charset="0"/>
                <a:ea typeface="Cambria" pitchFamily="34" charset="-122"/>
                <a:cs typeface="Cambria" pitchFamily="34" charset="-120"/>
              </a:rPr>
              <a:t> pada </a:t>
            </a:r>
            <a:r>
              <a:rPr lang="en-US" sz="1600" b="1" dirty="0" err="1">
                <a:solidFill>
                  <a:srgbClr val="F2545B"/>
                </a:solidFill>
                <a:latin typeface="Cambria" pitchFamily="34" charset="0"/>
                <a:ea typeface="Cambria" pitchFamily="34" charset="-122"/>
                <a:cs typeface="Cambria" pitchFamily="34" charset="-120"/>
              </a:rPr>
              <a:t>transaksi</a:t>
            </a:r>
            <a:r>
              <a:rPr lang="en-US" sz="1600" b="1" dirty="0">
                <a:solidFill>
                  <a:srgbClr val="F2545B"/>
                </a:solidFill>
                <a:latin typeface="Cambria" pitchFamily="34" charset="0"/>
                <a:ea typeface="Cambria" pitchFamily="34" charset="-122"/>
                <a:cs typeface="Cambria" pitchFamily="34" charset="-120"/>
              </a:rPr>
              <a:t> </a:t>
            </a:r>
            <a:r>
              <a:rPr lang="en-US" sz="1600" b="1" dirty="0" err="1">
                <a:solidFill>
                  <a:srgbClr val="F2545B"/>
                </a:solidFill>
                <a:latin typeface="Cambria" pitchFamily="34" charset="0"/>
                <a:ea typeface="Cambria" pitchFamily="34" charset="-122"/>
                <a:cs typeface="Cambria" pitchFamily="34" charset="-120"/>
              </a:rPr>
              <a:t>terkirim</a:t>
            </a:r>
            <a:r>
              <a:rPr lang="en-US" sz="1600" b="1" dirty="0">
                <a:solidFill>
                  <a:srgbClr val="F2545B"/>
                </a:solidFill>
                <a:latin typeface="Cambria" pitchFamily="34" charset="0"/>
                <a:ea typeface="Cambria" pitchFamily="34" charset="-122"/>
                <a:cs typeface="Cambria" pitchFamily="34" charset="-120"/>
              </a:rPr>
              <a:t> (delivered)</a:t>
            </a:r>
            <a:endParaRPr lang="en-US" sz="1600" dirty="0"/>
          </a:p>
        </p:txBody>
      </p:sp>
      <p:sp>
        <p:nvSpPr>
          <p:cNvPr id="17" name="Shape 5">
            <a:extLst>
              <a:ext uri="{FF2B5EF4-FFF2-40B4-BE49-F238E27FC236}">
                <a16:creationId xmlns:a16="http://schemas.microsoft.com/office/drawing/2014/main" id="{419105F4-7239-AD34-4EF6-8BC9D1C87966}"/>
              </a:ext>
            </a:extLst>
          </p:cNvPr>
          <p:cNvSpPr/>
          <p:nvPr/>
        </p:nvSpPr>
        <p:spPr>
          <a:xfrm>
            <a:off x="0" y="2757570"/>
            <a:ext cx="11835333" cy="3942485"/>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19" name="Text 6">
            <a:extLst>
              <a:ext uri="{FF2B5EF4-FFF2-40B4-BE49-F238E27FC236}">
                <a16:creationId xmlns:a16="http://schemas.microsoft.com/office/drawing/2014/main" id="{E0A8843B-1960-038F-A748-601678CB8448}"/>
              </a:ext>
            </a:extLst>
          </p:cNvPr>
          <p:cNvSpPr/>
          <p:nvPr/>
        </p:nvSpPr>
        <p:spPr>
          <a:xfrm>
            <a:off x="232850" y="2891890"/>
            <a:ext cx="5174955" cy="436321"/>
          </a:xfrm>
          <a:prstGeom prst="rect">
            <a:avLst/>
          </a:prstGeom>
          <a:noFill/>
          <a:ln/>
        </p:spPr>
        <p:txBody>
          <a:bodyPr wrap="square" rtlCol="0" anchor="ctr"/>
          <a:lstStyle/>
          <a:p>
            <a:r>
              <a:rPr lang="en-US" sz="2000" b="1" dirty="0">
                <a:solidFill>
                  <a:srgbClr val="F2545B"/>
                </a:solidFill>
                <a:latin typeface="Cambria" pitchFamily="34" charset="0"/>
                <a:ea typeface="Cambria" pitchFamily="34" charset="-122"/>
                <a:cs typeface="Cambria" pitchFamily="34" charset="-120"/>
              </a:rPr>
              <a:t>Hasil </a:t>
            </a:r>
            <a:r>
              <a:rPr lang="en-US" sz="2000" b="1" dirty="0" err="1">
                <a:solidFill>
                  <a:srgbClr val="F2545B"/>
                </a:solidFill>
                <a:latin typeface="Cambria" pitchFamily="34" charset="0"/>
                <a:ea typeface="Cambria" pitchFamily="34" charset="-122"/>
                <a:cs typeface="Cambria" pitchFamily="34" charset="-120"/>
              </a:rPr>
              <a:t>Pengamatan</a:t>
            </a:r>
            <a:endParaRPr lang="en-US" sz="2000" dirty="0"/>
          </a:p>
        </p:txBody>
      </p:sp>
      <p:sp>
        <p:nvSpPr>
          <p:cNvPr id="21" name="Text 8">
            <a:extLst>
              <a:ext uri="{FF2B5EF4-FFF2-40B4-BE49-F238E27FC236}">
                <a16:creationId xmlns:a16="http://schemas.microsoft.com/office/drawing/2014/main" id="{176F3FEB-5B7A-27B2-FA70-49FC67D1643B}"/>
              </a:ext>
            </a:extLst>
          </p:cNvPr>
          <p:cNvSpPr/>
          <p:nvPr/>
        </p:nvSpPr>
        <p:spPr>
          <a:xfrm>
            <a:off x="111827" y="3328211"/>
            <a:ext cx="11622668" cy="3502384"/>
          </a:xfrm>
          <a:prstGeom prst="rect">
            <a:avLst/>
          </a:prstGeom>
          <a:noFill/>
          <a:ln/>
        </p:spPr>
        <p:txBody>
          <a:bodyPr wrap="square" rtlCol="0" anchor="t"/>
          <a:lstStyle/>
          <a:p>
            <a:pPr marL="0" indent="0">
              <a:buNone/>
            </a:pPr>
            <a:r>
              <a:rPr lang="en-US" sz="2000" dirty="0">
                <a:solidFill>
                  <a:srgbClr val="444444"/>
                </a:solidFill>
                <a:latin typeface="Calibri" pitchFamily="34" charset="0"/>
                <a:ea typeface="Calibri" pitchFamily="34" charset="-122"/>
                <a:cs typeface="Calibri" pitchFamily="34" charset="-120"/>
              </a:rPr>
              <a:t>Adanya </a:t>
            </a:r>
            <a:r>
              <a:rPr lang="en-US" sz="2000" dirty="0" err="1">
                <a:solidFill>
                  <a:srgbClr val="444444"/>
                </a:solidFill>
                <a:latin typeface="Calibri" pitchFamily="34" charset="0"/>
                <a:ea typeface="Calibri" pitchFamily="34" charset="-122"/>
                <a:cs typeface="Calibri" pitchFamily="34" charset="-120"/>
              </a:rPr>
              <a:t>selisih</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antara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nilai</a:t>
            </a:r>
            <a:r>
              <a:rPr lang="en-US" sz="2000" dirty="0">
                <a:solidFill>
                  <a:srgbClr val="444444"/>
                </a:solidFill>
                <a:latin typeface="Calibri" pitchFamily="34" charset="0"/>
                <a:ea typeface="Calibri" pitchFamily="34" charset="-122"/>
                <a:cs typeface="Calibri" pitchFamily="34" charset="-120"/>
              </a:rPr>
              <a:t> rata-rata (19,95 Reais) yang </a:t>
            </a:r>
            <a:r>
              <a:rPr lang="en-US" sz="2000" dirty="0" err="1">
                <a:solidFill>
                  <a:srgbClr val="444444"/>
                </a:solidFill>
                <a:latin typeface="Calibri" pitchFamily="34" charset="0"/>
                <a:ea typeface="Calibri" pitchFamily="34" charset="-122"/>
                <a:cs typeface="Calibri" pitchFamily="34" charset="-120"/>
              </a:rPr>
              <a:t>lebih</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tinggi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dibandingkan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nilai</a:t>
            </a:r>
            <a:r>
              <a:rPr lang="en-US" sz="2000" dirty="0">
                <a:solidFill>
                  <a:srgbClr val="444444"/>
                </a:solidFill>
                <a:latin typeface="Calibri" pitchFamily="34" charset="0"/>
                <a:ea typeface="Calibri" pitchFamily="34" charset="-122"/>
                <a:cs typeface="Calibri" pitchFamily="34" charset="-120"/>
              </a:rPr>
              <a:t> median (16,26 Reais)—</a:t>
            </a:r>
            <a:r>
              <a:rPr lang="en-US" sz="2000" dirty="0" err="1">
                <a:solidFill>
                  <a:srgbClr val="444444"/>
                </a:solidFill>
                <a:latin typeface="Calibri" pitchFamily="34" charset="0"/>
                <a:ea typeface="Calibri" pitchFamily="34" charset="-122"/>
                <a:cs typeface="Calibri" pitchFamily="34" charset="-120"/>
              </a:rPr>
              <a:t>serta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rentang</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angka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ekstrem</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hingga</a:t>
            </a:r>
            <a:r>
              <a:rPr lang="en-US" sz="2000" dirty="0">
                <a:solidFill>
                  <a:srgbClr val="444444"/>
                </a:solidFill>
                <a:latin typeface="Calibri" pitchFamily="34" charset="0"/>
                <a:ea typeface="Calibri" pitchFamily="34" charset="-122"/>
                <a:cs typeface="Calibri" pitchFamily="34" charset="-120"/>
              </a:rPr>
              <a:t> 409,68 Reais—</a:t>
            </a:r>
            <a:r>
              <a:rPr lang="en-US" sz="2000" dirty="0" err="1">
                <a:solidFill>
                  <a:srgbClr val="444444"/>
                </a:solidFill>
                <a:latin typeface="Calibri" pitchFamily="34" charset="0"/>
                <a:ea typeface="Calibri" pitchFamily="34" charset="-122"/>
                <a:cs typeface="Calibri" pitchFamily="34" charset="-120"/>
              </a:rPr>
              <a:t>menjadi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indikasi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awal</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bahwa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distribusi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biaya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pengiriman</a:t>
            </a:r>
            <a:r>
              <a:rPr lang="en-US" sz="2000" dirty="0">
                <a:solidFill>
                  <a:srgbClr val="444444"/>
                </a:solidFill>
                <a:latin typeface="Calibri" pitchFamily="34" charset="0"/>
                <a:ea typeface="Calibri" pitchFamily="34" charset="-122"/>
                <a:cs typeface="Calibri" pitchFamily="34" charset="-120"/>
              </a:rPr>
              <a:t> di </a:t>
            </a:r>
            <a:r>
              <a:rPr lang="en-US" sz="2000" dirty="0" err="1">
                <a:solidFill>
                  <a:srgbClr val="444444"/>
                </a:solidFill>
                <a:latin typeface="Calibri" pitchFamily="34" charset="0"/>
                <a:ea typeface="Calibri" pitchFamily="34" charset="-122"/>
                <a:cs typeface="Calibri" pitchFamily="34" charset="-120"/>
              </a:rPr>
              <a:t>Olist</a:t>
            </a:r>
            <a:r>
              <a:rPr lang="en-US" sz="2000" dirty="0">
                <a:solidFill>
                  <a:srgbClr val="444444"/>
                </a:solidFill>
                <a:latin typeface="Calibri" pitchFamily="34" charset="0"/>
                <a:ea typeface="Calibri" pitchFamily="34" charset="-122"/>
                <a:cs typeface="Calibri" pitchFamily="34" charset="-120"/>
              </a:rPr>
              <a:t> miring </a:t>
            </a:r>
            <a:r>
              <a:rPr lang="en-US" sz="2000" dirty="0" err="1">
                <a:solidFill>
                  <a:srgbClr val="444444"/>
                </a:solidFill>
                <a:latin typeface="Calibri" pitchFamily="34" charset="0"/>
                <a:ea typeface="Calibri" pitchFamily="34" charset="-122"/>
                <a:cs typeface="Calibri" pitchFamily="34" charset="-120"/>
              </a:rPr>
              <a:t>ke</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kanan</a:t>
            </a:r>
            <a:r>
              <a:rPr lang="en-US" sz="2000" dirty="0">
                <a:solidFill>
                  <a:srgbClr val="444444"/>
                </a:solidFill>
                <a:latin typeface="Calibri" pitchFamily="34" charset="0"/>
                <a:ea typeface="Calibri" pitchFamily="34" charset="-122"/>
                <a:cs typeface="Calibri" pitchFamily="34" charset="-120"/>
              </a:rPr>
              <a:t> (right-skewed). Hal </a:t>
            </a:r>
            <a:r>
              <a:rPr lang="en-US" sz="2000" dirty="0" err="1">
                <a:solidFill>
                  <a:srgbClr val="444444"/>
                </a:solidFill>
                <a:latin typeface="Calibri" pitchFamily="34" charset="0"/>
                <a:ea typeface="Calibri" pitchFamily="34" charset="-122"/>
                <a:cs typeface="Calibri" pitchFamily="34" charset="-120"/>
              </a:rPr>
              <a:t>ini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membuktikan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terdapat</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kelompok</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transaksi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tertentu</a:t>
            </a:r>
            <a:r>
              <a:rPr lang="en-US" sz="2000" dirty="0">
                <a:solidFill>
                  <a:srgbClr val="444444"/>
                </a:solidFill>
                <a:latin typeface="Calibri" pitchFamily="34" charset="0"/>
                <a:ea typeface="Calibri" pitchFamily="34" charset="-122"/>
                <a:cs typeface="Calibri" pitchFamily="34" charset="-120"/>
              </a:rPr>
              <a:t> yang </a:t>
            </a:r>
            <a:r>
              <a:rPr lang="en-US" sz="2000" dirty="0" err="1">
                <a:solidFill>
                  <a:srgbClr val="444444"/>
                </a:solidFill>
                <a:latin typeface="Calibri" pitchFamily="34" charset="0"/>
                <a:ea typeface="Calibri" pitchFamily="34" charset="-122"/>
                <a:cs typeface="Calibri" pitchFamily="34" charset="-120"/>
              </a:rPr>
              <a:t>dibebani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biaya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pengiriman</a:t>
            </a:r>
            <a:r>
              <a:rPr lang="en-US" sz="2000" dirty="0">
                <a:solidFill>
                  <a:srgbClr val="444444"/>
                </a:solidFill>
                <a:latin typeface="Calibri" pitchFamily="34" charset="0"/>
                <a:ea typeface="Calibri" pitchFamily="34" charset="-122"/>
                <a:cs typeface="Calibri" pitchFamily="34" charset="-120"/>
              </a:rPr>
              <a:t> sangat </a:t>
            </a:r>
            <a:r>
              <a:rPr lang="en-US" sz="2000" dirty="0" err="1">
                <a:solidFill>
                  <a:srgbClr val="444444"/>
                </a:solidFill>
                <a:latin typeface="Calibri" pitchFamily="34" charset="0"/>
                <a:ea typeface="Calibri" pitchFamily="34" charset="-122"/>
                <a:cs typeface="Calibri" pitchFamily="34" charset="-120"/>
              </a:rPr>
              <a:t>tinggi</a:t>
            </a:r>
            <a:r>
              <a:rPr lang="en-US" sz="2000" dirty="0">
                <a:solidFill>
                  <a:srgbClr val="444444"/>
                </a:solidFill>
                <a:latin typeface="Calibri" pitchFamily="34" charset="0"/>
                <a:ea typeface="Calibri" pitchFamily="34" charset="-122"/>
                <a:cs typeface="Calibri" pitchFamily="34" charset="-120"/>
              </a:rPr>
              <a:t> di </a:t>
            </a:r>
            <a:r>
              <a:rPr lang="en-US" sz="2000" dirty="0" err="1">
                <a:solidFill>
                  <a:srgbClr val="444444"/>
                </a:solidFill>
                <a:latin typeface="Calibri" pitchFamily="34" charset="0"/>
                <a:ea typeface="Calibri" pitchFamily="34" charset="-122"/>
                <a:cs typeface="Calibri" pitchFamily="34" charset="-120"/>
              </a:rPr>
              <a:t>atas</a:t>
            </a:r>
            <a:r>
              <a:rPr lang="en-US" sz="2000" dirty="0">
                <a:solidFill>
                  <a:srgbClr val="444444"/>
                </a:solidFill>
                <a:latin typeface="Calibri" pitchFamily="34" charset="0"/>
                <a:ea typeface="Calibri" pitchFamily="34" charset="-122"/>
                <a:cs typeface="Calibri" pitchFamily="34" charset="-120"/>
              </a:rPr>
              <a:t> batas </a:t>
            </a:r>
            <a:r>
              <a:rPr lang="en-US" sz="2000" dirty="0" err="1">
                <a:solidFill>
                  <a:srgbClr val="444444"/>
                </a:solidFill>
                <a:latin typeface="Calibri" pitchFamily="34" charset="0"/>
                <a:ea typeface="Calibri" pitchFamily="34" charset="-122"/>
                <a:cs typeface="Calibri" pitchFamily="34" charset="-120"/>
              </a:rPr>
              <a:t>wajar</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nasional</a:t>
            </a:r>
            <a:r>
              <a:rPr lang="en-US" sz="2000" dirty="0">
                <a:solidFill>
                  <a:srgbClr val="444444"/>
                </a:solidFill>
                <a:latin typeface="Calibri" pitchFamily="34" charset="0"/>
                <a:ea typeface="Calibri" pitchFamily="34" charset="-122"/>
                <a:cs typeface="Calibri" pitchFamily="34" charset="-120"/>
              </a:rPr>
              <a:t>, yang </a:t>
            </a:r>
            <a:r>
              <a:rPr lang="en-US" sz="2000" dirty="0" err="1">
                <a:solidFill>
                  <a:srgbClr val="444444"/>
                </a:solidFill>
                <a:latin typeface="Calibri" pitchFamily="34" charset="0"/>
                <a:ea typeface="Calibri" pitchFamily="34" charset="-122"/>
                <a:cs typeface="Calibri" pitchFamily="34" charset="-120"/>
              </a:rPr>
              <a:t>menjadi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pijakan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kita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untuk</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mengisolasi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kelompok</a:t>
            </a:r>
            <a:r>
              <a:rPr lang="en-US" sz="2000" dirty="0">
                <a:solidFill>
                  <a:srgbClr val="444444"/>
                </a:solidFill>
                <a:latin typeface="Calibri" pitchFamily="34" charset="0"/>
                <a:ea typeface="Calibri" pitchFamily="34" charset="-122"/>
                <a:cs typeface="Calibri" pitchFamily="34" charset="-120"/>
              </a:rPr>
              <a:t> outlier </a:t>
            </a:r>
            <a:r>
              <a:rPr lang="en-US" sz="2000" dirty="0" err="1">
                <a:solidFill>
                  <a:srgbClr val="444444"/>
                </a:solidFill>
                <a:latin typeface="Calibri" pitchFamily="34" charset="0"/>
                <a:ea typeface="Calibri" pitchFamily="34" charset="-122"/>
                <a:cs typeface="Calibri" pitchFamily="34" charset="-120"/>
              </a:rPr>
              <a:t>tersebut</a:t>
            </a:r>
            <a:r>
              <a:rPr lang="en-US" sz="2000" dirty="0">
                <a:solidFill>
                  <a:srgbClr val="444444"/>
                </a:solidFill>
                <a:latin typeface="Calibri" pitchFamily="34" charset="0"/>
                <a:ea typeface="Calibri" pitchFamily="34" charset="-122"/>
                <a:cs typeface="Calibri" pitchFamily="34" charset="-120"/>
              </a:rPr>
              <a:t> di </a:t>
            </a:r>
            <a:r>
              <a:rPr lang="en-US" sz="2000" dirty="0" err="1">
                <a:solidFill>
                  <a:srgbClr val="444444"/>
                </a:solidFill>
                <a:latin typeface="Calibri" pitchFamily="34" charset="0"/>
                <a:ea typeface="Calibri" pitchFamily="34" charset="-122"/>
                <a:cs typeface="Calibri" pitchFamily="34" charset="-120"/>
              </a:rPr>
              <a:t>tahap</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berikutnya</a:t>
            </a:r>
            <a:r>
              <a:rPr lang="en-US" sz="2000" dirty="0">
                <a:solidFill>
                  <a:srgbClr val="444444"/>
                </a:solidFill>
                <a:latin typeface="Calibri" pitchFamily="34" charset="0"/>
                <a:ea typeface="Calibri" pitchFamily="34" charset="-122"/>
                <a:cs typeface="Calibri" pitchFamily="34" charset="-120"/>
              </a:rPr>
              <a:t>.</a:t>
            </a:r>
          </a:p>
        </p:txBody>
      </p:sp>
      <p:pic>
        <p:nvPicPr>
          <p:cNvPr id="4" name="Picture 3">
            <a:extLst>
              <a:ext uri="{FF2B5EF4-FFF2-40B4-BE49-F238E27FC236}">
                <a16:creationId xmlns:a16="http://schemas.microsoft.com/office/drawing/2014/main" id="{B0F399ED-1C24-42A3-858E-8EB5A484C83B}"/>
              </a:ext>
            </a:extLst>
          </p:cNvPr>
          <p:cNvPicPr>
            <a:picLocks noChangeAspect="1"/>
          </p:cNvPicPr>
          <p:nvPr/>
        </p:nvPicPr>
        <p:blipFill>
          <a:blip r:embed="rId3"/>
          <a:stretch>
            <a:fillRect/>
          </a:stretch>
        </p:blipFill>
        <p:spPr>
          <a:xfrm>
            <a:off x="548640" y="1371098"/>
            <a:ext cx="10865917" cy="591181"/>
          </a:xfrm>
          <a:prstGeom prst="rect">
            <a:avLst/>
          </a:prstGeom>
        </p:spPr>
      </p:pic>
      <p:pic>
        <p:nvPicPr>
          <p:cNvPr id="6" name="Picture 5">
            <a:extLst>
              <a:ext uri="{FF2B5EF4-FFF2-40B4-BE49-F238E27FC236}">
                <a16:creationId xmlns:a16="http://schemas.microsoft.com/office/drawing/2014/main" id="{24E5E112-192F-94F3-E019-CE4654199992}"/>
              </a:ext>
            </a:extLst>
          </p:cNvPr>
          <p:cNvPicPr>
            <a:picLocks noChangeAspect="1"/>
          </p:cNvPicPr>
          <p:nvPr/>
        </p:nvPicPr>
        <p:blipFill>
          <a:blip r:embed="rId4"/>
          <a:stretch>
            <a:fillRect/>
          </a:stretch>
        </p:blipFill>
        <p:spPr>
          <a:xfrm>
            <a:off x="4398124" y="2021067"/>
            <a:ext cx="2621240" cy="677716"/>
          </a:xfrm>
          <a:prstGeom prst="rect">
            <a:avLst/>
          </a:prstGeom>
        </p:spPr>
      </p:pic>
    </p:spTree>
    <p:extLst>
      <p:ext uri="{BB962C8B-B14F-4D97-AF65-F5344CB8AC3E}">
        <p14:creationId xmlns:p14="http://schemas.microsoft.com/office/powerpoint/2010/main" val="20351758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3DA5A-A9ED-8F95-7AC9-E3378823314F}"/>
            </a:ext>
          </a:extLst>
        </p:cNvPr>
        <p:cNvGrpSpPr/>
        <p:nvPr/>
      </p:nvGrpSpPr>
      <p:grpSpPr>
        <a:xfrm>
          <a:off x="0" y="0"/>
          <a:ext cx="0" cy="0"/>
          <a:chOff x="0" y="0"/>
          <a:chExt cx="0" cy="0"/>
        </a:xfrm>
      </p:grpSpPr>
      <p:sp>
        <p:nvSpPr>
          <p:cNvPr id="13" name="Shape 5">
            <a:extLst>
              <a:ext uri="{FF2B5EF4-FFF2-40B4-BE49-F238E27FC236}">
                <a16:creationId xmlns:a16="http://schemas.microsoft.com/office/drawing/2014/main" id="{44529D77-C402-203A-7EBD-1C8063F22BFF}"/>
              </a:ext>
            </a:extLst>
          </p:cNvPr>
          <p:cNvSpPr/>
          <p:nvPr/>
        </p:nvSpPr>
        <p:spPr>
          <a:xfrm>
            <a:off x="-157547" y="0"/>
            <a:ext cx="12237720" cy="6809658"/>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2" name="Text 0">
            <a:extLst>
              <a:ext uri="{FF2B5EF4-FFF2-40B4-BE49-F238E27FC236}">
                <a16:creationId xmlns:a16="http://schemas.microsoft.com/office/drawing/2014/main" id="{A37C5DB7-A6D5-BD38-E538-6B959666D3B6}"/>
              </a:ext>
            </a:extLst>
          </p:cNvPr>
          <p:cNvSpPr/>
          <p:nvPr/>
        </p:nvSpPr>
        <p:spPr>
          <a:xfrm>
            <a:off x="324956" y="141821"/>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Manipulation</a:t>
            </a:r>
            <a:endParaRPr lang="en-US" sz="2800" dirty="0"/>
          </a:p>
        </p:txBody>
      </p:sp>
      <p:sp>
        <p:nvSpPr>
          <p:cNvPr id="29" name="Text 26">
            <a:extLst>
              <a:ext uri="{FF2B5EF4-FFF2-40B4-BE49-F238E27FC236}">
                <a16:creationId xmlns:a16="http://schemas.microsoft.com/office/drawing/2014/main" id="{8910B84D-258A-EB89-386E-C989CCE3BE70}"/>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sp>
        <p:nvSpPr>
          <p:cNvPr id="10" name="Text 6">
            <a:extLst>
              <a:ext uri="{FF2B5EF4-FFF2-40B4-BE49-F238E27FC236}">
                <a16:creationId xmlns:a16="http://schemas.microsoft.com/office/drawing/2014/main" id="{5DDCF92D-4F07-F537-2C6D-6F8D0F75F3F1}"/>
              </a:ext>
            </a:extLst>
          </p:cNvPr>
          <p:cNvSpPr/>
          <p:nvPr/>
        </p:nvSpPr>
        <p:spPr>
          <a:xfrm>
            <a:off x="324956" y="614121"/>
            <a:ext cx="5174955" cy="436321"/>
          </a:xfrm>
          <a:prstGeom prst="rect">
            <a:avLst/>
          </a:prstGeom>
          <a:noFill/>
          <a:ln/>
        </p:spPr>
        <p:txBody>
          <a:bodyPr wrap="square" rtlCol="0" anchor="ctr"/>
          <a:lstStyle/>
          <a:p>
            <a:r>
              <a:rPr lang="en-US" sz="1600" b="1" dirty="0">
                <a:solidFill>
                  <a:srgbClr val="F2545B"/>
                </a:solidFill>
                <a:latin typeface="Cambria" pitchFamily="34" charset="0"/>
                <a:ea typeface="Cambria" pitchFamily="34" charset="-122"/>
                <a:cs typeface="Cambria" pitchFamily="34" charset="-120"/>
              </a:rPr>
              <a:t>2. </a:t>
            </a:r>
            <a:r>
              <a:rPr lang="en-US" sz="1600" b="1" dirty="0" err="1">
                <a:solidFill>
                  <a:srgbClr val="F2545B"/>
                </a:solidFill>
                <a:latin typeface="Cambria" pitchFamily="34" charset="0"/>
                <a:ea typeface="Cambria" pitchFamily="34" charset="-122"/>
                <a:cs typeface="Cambria" pitchFamily="34" charset="-120"/>
              </a:rPr>
              <a:t>Melihat</a:t>
            </a:r>
            <a:r>
              <a:rPr lang="en-US" sz="1600" b="1" dirty="0">
                <a:solidFill>
                  <a:srgbClr val="F2545B"/>
                </a:solidFill>
                <a:latin typeface="Cambria" pitchFamily="34" charset="0"/>
                <a:ea typeface="Cambria" pitchFamily="34" charset="-122"/>
                <a:cs typeface="Cambria" pitchFamily="34" charset="-120"/>
              </a:rPr>
              <a:t> outlier </a:t>
            </a:r>
            <a:r>
              <a:rPr lang="en-US" sz="1600" b="1" dirty="0" err="1">
                <a:solidFill>
                  <a:srgbClr val="F2545B"/>
                </a:solidFill>
                <a:latin typeface="Cambria" pitchFamily="34" charset="0"/>
                <a:ea typeface="Cambria" pitchFamily="34" charset="-122"/>
                <a:cs typeface="Cambria" pitchFamily="34" charset="-120"/>
              </a:rPr>
              <a:t>ongkir</a:t>
            </a:r>
            <a:r>
              <a:rPr lang="en-US" sz="1600" b="1" dirty="0">
                <a:solidFill>
                  <a:srgbClr val="F2545B"/>
                </a:solidFill>
                <a:latin typeface="Cambria" pitchFamily="34" charset="0"/>
                <a:ea typeface="Cambria" pitchFamily="34" charset="-122"/>
                <a:cs typeface="Cambria" pitchFamily="34" charset="-120"/>
              </a:rPr>
              <a:t> yang </a:t>
            </a:r>
            <a:r>
              <a:rPr lang="en-US" sz="1600" b="1" dirty="0" err="1">
                <a:solidFill>
                  <a:srgbClr val="F2545B"/>
                </a:solidFill>
                <a:latin typeface="Cambria" pitchFamily="34" charset="0"/>
                <a:ea typeface="Cambria" pitchFamily="34" charset="-122"/>
                <a:cs typeface="Cambria" pitchFamily="34" charset="-120"/>
              </a:rPr>
              <a:t>sudah</a:t>
            </a:r>
            <a:r>
              <a:rPr lang="en-US" sz="1600" b="1" dirty="0">
                <a:solidFill>
                  <a:srgbClr val="F2545B"/>
                </a:solidFill>
                <a:latin typeface="Cambria" pitchFamily="34" charset="0"/>
                <a:ea typeface="Cambria" pitchFamily="34" charset="-122"/>
                <a:cs typeface="Cambria" pitchFamily="34" charset="-120"/>
              </a:rPr>
              <a:t> </a:t>
            </a:r>
            <a:r>
              <a:rPr lang="en-US" sz="1600" b="1" dirty="0" err="1">
                <a:solidFill>
                  <a:srgbClr val="F2545B"/>
                </a:solidFill>
                <a:latin typeface="Cambria" pitchFamily="34" charset="0"/>
                <a:ea typeface="Cambria" pitchFamily="34" charset="-122"/>
                <a:cs typeface="Cambria" pitchFamily="34" charset="-120"/>
              </a:rPr>
              <a:t>terkirim</a:t>
            </a:r>
            <a:endParaRPr lang="en-US" sz="1600" dirty="0"/>
          </a:p>
        </p:txBody>
      </p:sp>
      <p:sp>
        <p:nvSpPr>
          <p:cNvPr id="17" name="Shape 5">
            <a:extLst>
              <a:ext uri="{FF2B5EF4-FFF2-40B4-BE49-F238E27FC236}">
                <a16:creationId xmlns:a16="http://schemas.microsoft.com/office/drawing/2014/main" id="{F17E24FD-17F9-53BD-DC05-E56C6BC740B3}"/>
              </a:ext>
            </a:extLst>
          </p:cNvPr>
          <p:cNvSpPr/>
          <p:nvPr/>
        </p:nvSpPr>
        <p:spPr>
          <a:xfrm>
            <a:off x="0" y="3850416"/>
            <a:ext cx="11835333" cy="2787777"/>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19" name="Text 6">
            <a:extLst>
              <a:ext uri="{FF2B5EF4-FFF2-40B4-BE49-F238E27FC236}">
                <a16:creationId xmlns:a16="http://schemas.microsoft.com/office/drawing/2014/main" id="{79D186AB-A0F9-C0C4-BC8E-F889B3439BF2}"/>
              </a:ext>
            </a:extLst>
          </p:cNvPr>
          <p:cNvSpPr/>
          <p:nvPr/>
        </p:nvSpPr>
        <p:spPr>
          <a:xfrm>
            <a:off x="111827" y="3836139"/>
            <a:ext cx="5174955" cy="436321"/>
          </a:xfrm>
          <a:prstGeom prst="rect">
            <a:avLst/>
          </a:prstGeom>
          <a:noFill/>
          <a:ln/>
        </p:spPr>
        <p:txBody>
          <a:bodyPr wrap="square" rtlCol="0" anchor="ctr"/>
          <a:lstStyle/>
          <a:p>
            <a:pPr marL="0" indent="0">
              <a:buNone/>
            </a:pPr>
            <a:r>
              <a:rPr lang="en-US" sz="2000" b="1" dirty="0">
                <a:solidFill>
                  <a:srgbClr val="F2545B"/>
                </a:solidFill>
                <a:latin typeface="Cambria" pitchFamily="34" charset="0"/>
                <a:ea typeface="Cambria" pitchFamily="34" charset="-122"/>
                <a:cs typeface="Cambria" pitchFamily="34" charset="-120"/>
              </a:rPr>
              <a:t>Hasil </a:t>
            </a:r>
            <a:r>
              <a:rPr lang="en-US" sz="2000" b="1" dirty="0" err="1">
                <a:solidFill>
                  <a:srgbClr val="F2545B"/>
                </a:solidFill>
                <a:latin typeface="Cambria" pitchFamily="34" charset="0"/>
                <a:ea typeface="Cambria" pitchFamily="34" charset="-122"/>
                <a:cs typeface="Cambria" pitchFamily="34" charset="-120"/>
              </a:rPr>
              <a:t>Pengamatan</a:t>
            </a:r>
            <a:endParaRPr lang="en-US" sz="2000" dirty="0"/>
          </a:p>
        </p:txBody>
      </p:sp>
      <p:sp>
        <p:nvSpPr>
          <p:cNvPr id="21" name="Text 8">
            <a:extLst>
              <a:ext uri="{FF2B5EF4-FFF2-40B4-BE49-F238E27FC236}">
                <a16:creationId xmlns:a16="http://schemas.microsoft.com/office/drawing/2014/main" id="{03395EE2-ABE0-CAD0-6A23-A15A4098645D}"/>
              </a:ext>
            </a:extLst>
          </p:cNvPr>
          <p:cNvSpPr/>
          <p:nvPr/>
        </p:nvSpPr>
        <p:spPr>
          <a:xfrm>
            <a:off x="111827" y="4197590"/>
            <a:ext cx="11622668" cy="2377087"/>
          </a:xfrm>
          <a:prstGeom prst="rect">
            <a:avLst/>
          </a:prstGeom>
          <a:noFill/>
          <a:ln/>
        </p:spPr>
        <p:txBody>
          <a:bodyPr wrap="square" rtlCol="0" anchor="t"/>
          <a:lstStyle/>
          <a:p>
            <a:pPr marL="0" indent="0">
              <a:buNone/>
            </a:pPr>
            <a:r>
              <a:rPr lang="en-US" sz="2000" dirty="0" err="1">
                <a:solidFill>
                  <a:srgbClr val="444444"/>
                </a:solidFill>
                <a:latin typeface="Calibri" pitchFamily="34" charset="0"/>
                <a:ea typeface="Calibri" pitchFamily="34" charset="-122"/>
                <a:cs typeface="Calibri" pitchFamily="34" charset="-120"/>
              </a:rPr>
              <a:t>masalah</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pembengkakan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biaya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logistik</a:t>
            </a:r>
            <a:r>
              <a:rPr lang="en-US" sz="2000" dirty="0">
                <a:solidFill>
                  <a:srgbClr val="444444"/>
                </a:solidFill>
                <a:latin typeface="Calibri" pitchFamily="34" charset="0"/>
                <a:ea typeface="Calibri" pitchFamily="34" charset="-122"/>
                <a:cs typeface="Calibri" pitchFamily="34" charset="-120"/>
              </a:rPr>
              <a:t> di </a:t>
            </a:r>
            <a:r>
              <a:rPr lang="en-US" sz="2000" dirty="0" err="1">
                <a:solidFill>
                  <a:srgbClr val="444444"/>
                </a:solidFill>
                <a:latin typeface="Calibri" pitchFamily="34" charset="0"/>
                <a:ea typeface="Calibri" pitchFamily="34" charset="-122"/>
                <a:cs typeface="Calibri" pitchFamily="34" charset="-120"/>
              </a:rPr>
              <a:t>Olist</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bukanlah</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masalah</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merata</a:t>
            </a:r>
            <a:r>
              <a:rPr lang="en-US" sz="2000" dirty="0">
                <a:solidFill>
                  <a:srgbClr val="444444"/>
                </a:solidFill>
                <a:latin typeface="Calibri" pitchFamily="34" charset="0"/>
                <a:ea typeface="Calibri" pitchFamily="34" charset="-122"/>
                <a:cs typeface="Calibri" pitchFamily="34" charset="-120"/>
              </a:rPr>
              <a:t> yang </a:t>
            </a:r>
            <a:r>
              <a:rPr lang="en-US" sz="2000" dirty="0" err="1">
                <a:solidFill>
                  <a:srgbClr val="444444"/>
                </a:solidFill>
                <a:latin typeface="Calibri" pitchFamily="34" charset="0"/>
                <a:ea typeface="Calibri" pitchFamily="34" charset="-122"/>
                <a:cs typeface="Calibri" pitchFamily="34" charset="-120"/>
              </a:rPr>
              <a:t>terjadi</a:t>
            </a:r>
            <a:r>
              <a:rPr lang="en-US" sz="2000" dirty="0">
                <a:solidFill>
                  <a:srgbClr val="444444"/>
                </a:solidFill>
                <a:latin typeface="Calibri" pitchFamily="34" charset="0"/>
                <a:ea typeface="Calibri" pitchFamily="34" charset="-122"/>
                <a:cs typeface="Calibri" pitchFamily="34" charset="-120"/>
              </a:rPr>
              <a:t> pada </a:t>
            </a:r>
            <a:r>
              <a:rPr lang="en-US" sz="2000" dirty="0" err="1">
                <a:solidFill>
                  <a:srgbClr val="444444"/>
                </a:solidFill>
                <a:latin typeface="Calibri" pitchFamily="34" charset="0"/>
                <a:ea typeface="Calibri" pitchFamily="34" charset="-122"/>
                <a:cs typeface="Calibri" pitchFamily="34" charset="-120"/>
              </a:rPr>
              <a:t>semua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pengguna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melainkan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masalah</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terisolasi</a:t>
            </a:r>
            <a:r>
              <a:rPr lang="en-US" sz="2000" dirty="0">
                <a:solidFill>
                  <a:srgbClr val="444444"/>
                </a:solidFill>
                <a:latin typeface="Calibri" pitchFamily="34" charset="0"/>
                <a:ea typeface="Calibri" pitchFamily="34" charset="-122"/>
                <a:cs typeface="Calibri" pitchFamily="34" charset="-120"/>
              </a:rPr>
              <a:t> yang </a:t>
            </a:r>
            <a:r>
              <a:rPr lang="en-US" sz="2000" dirty="0" err="1">
                <a:solidFill>
                  <a:srgbClr val="444444"/>
                </a:solidFill>
                <a:latin typeface="Calibri" pitchFamily="34" charset="0"/>
                <a:ea typeface="Calibri" pitchFamily="34" charset="-122"/>
                <a:cs typeface="Calibri" pitchFamily="34" charset="-120"/>
              </a:rPr>
              <a:t>hanya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menimpa</a:t>
            </a:r>
            <a:r>
              <a:rPr lang="en-US" sz="2000" dirty="0">
                <a:solidFill>
                  <a:srgbClr val="444444"/>
                </a:solidFill>
                <a:latin typeface="Calibri" pitchFamily="34" charset="0"/>
                <a:ea typeface="Calibri" pitchFamily="34" charset="-122"/>
                <a:cs typeface="Calibri" pitchFamily="34" charset="-120"/>
              </a:rPr>
              <a:t> ~10% </a:t>
            </a:r>
            <a:r>
              <a:rPr lang="en-US" sz="2000" dirty="0" err="1">
                <a:solidFill>
                  <a:srgbClr val="444444"/>
                </a:solidFill>
                <a:latin typeface="Calibri" pitchFamily="34" charset="0"/>
                <a:ea typeface="Calibri" pitchFamily="34" charset="-122"/>
                <a:cs typeface="Calibri" pitchFamily="34" charset="-120"/>
              </a:rPr>
              <a:t>transaksi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Meskipun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secara</a:t>
            </a:r>
            <a:r>
              <a:rPr lang="en-US" sz="2000" dirty="0">
                <a:solidFill>
                  <a:srgbClr val="444444"/>
                </a:solidFill>
                <a:latin typeface="Calibri" pitchFamily="34" charset="0"/>
                <a:ea typeface="Calibri" pitchFamily="34" charset="-122"/>
                <a:cs typeface="Calibri" pitchFamily="34" charset="-120"/>
              </a:rPr>
              <a:t> volume </a:t>
            </a:r>
            <a:r>
              <a:rPr lang="en-US" sz="2000" dirty="0" err="1">
                <a:solidFill>
                  <a:srgbClr val="444444"/>
                </a:solidFill>
                <a:latin typeface="Calibri" pitchFamily="34" charset="0"/>
                <a:ea typeface="Calibri" pitchFamily="34" charset="-122"/>
                <a:cs typeface="Calibri" pitchFamily="34" charset="-120"/>
              </a:rPr>
              <a:t>persentasenya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kecil</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kelompok</a:t>
            </a:r>
            <a:r>
              <a:rPr lang="en-US" sz="2000" dirty="0">
                <a:solidFill>
                  <a:srgbClr val="444444"/>
                </a:solidFill>
                <a:latin typeface="Calibri" pitchFamily="34" charset="0"/>
                <a:ea typeface="Calibri" pitchFamily="34" charset="-122"/>
                <a:cs typeface="Calibri" pitchFamily="34" charset="-120"/>
              </a:rPr>
              <a:t> 10% </a:t>
            </a:r>
            <a:r>
              <a:rPr lang="en-US" sz="2000" dirty="0" err="1">
                <a:solidFill>
                  <a:srgbClr val="444444"/>
                </a:solidFill>
                <a:latin typeface="Calibri" pitchFamily="34" charset="0"/>
                <a:ea typeface="Calibri" pitchFamily="34" charset="-122"/>
                <a:cs typeface="Calibri" pitchFamily="34" charset="-120"/>
              </a:rPr>
              <a:t>ini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menyerap</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porsi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biaya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logistik</a:t>
            </a:r>
            <a:r>
              <a:rPr lang="en-US" sz="2000" dirty="0">
                <a:solidFill>
                  <a:srgbClr val="444444"/>
                </a:solidFill>
                <a:latin typeface="Calibri" pitchFamily="34" charset="0"/>
                <a:ea typeface="Calibri" pitchFamily="34" charset="-122"/>
                <a:cs typeface="Calibri" pitchFamily="34" charset="-120"/>
              </a:rPr>
              <a:t> yang sangat </a:t>
            </a:r>
            <a:r>
              <a:rPr lang="en-US" sz="2000" dirty="0" err="1">
                <a:solidFill>
                  <a:srgbClr val="444444"/>
                </a:solidFill>
                <a:latin typeface="Calibri" pitchFamily="34" charset="0"/>
                <a:ea typeface="Calibri" pitchFamily="34" charset="-122"/>
                <a:cs typeface="Calibri" pitchFamily="34" charset="-120"/>
              </a:rPr>
              <a:t>tidak</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proporsional</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Kesimpulannya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jika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perusahaan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mampu</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menyelesaikan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kendala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pengiriman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khusus</a:t>
            </a:r>
            <a:r>
              <a:rPr lang="en-US" sz="2000" dirty="0">
                <a:solidFill>
                  <a:srgbClr val="444444"/>
                </a:solidFill>
                <a:latin typeface="Calibri" pitchFamily="34" charset="0"/>
                <a:ea typeface="Calibri" pitchFamily="34" charset="-122"/>
                <a:cs typeface="Calibri" pitchFamily="34" charset="-120"/>
              </a:rPr>
              <a:t> di </a:t>
            </a:r>
            <a:r>
              <a:rPr lang="en-US" sz="2000" dirty="0" err="1">
                <a:solidFill>
                  <a:srgbClr val="444444"/>
                </a:solidFill>
                <a:latin typeface="Calibri" pitchFamily="34" charset="0"/>
                <a:ea typeface="Calibri" pitchFamily="34" charset="-122"/>
                <a:cs typeface="Calibri" pitchFamily="34" charset="-120"/>
              </a:rPr>
              <a:t>segmen</a:t>
            </a:r>
            <a:r>
              <a:rPr lang="en-US" sz="2000" dirty="0">
                <a:solidFill>
                  <a:srgbClr val="444444"/>
                </a:solidFill>
                <a:latin typeface="Calibri" pitchFamily="34" charset="0"/>
                <a:ea typeface="Calibri" pitchFamily="34" charset="-122"/>
                <a:cs typeface="Calibri" pitchFamily="34" charset="-120"/>
              </a:rPr>
              <a:t> 10% </a:t>
            </a:r>
            <a:r>
              <a:rPr lang="en-US" sz="2000" dirty="0" err="1">
                <a:solidFill>
                  <a:srgbClr val="444444"/>
                </a:solidFill>
                <a:latin typeface="Calibri" pitchFamily="34" charset="0"/>
                <a:ea typeface="Calibri" pitchFamily="34" charset="-122"/>
                <a:cs typeface="Calibri" pitchFamily="34" charset="-120"/>
              </a:rPr>
              <a:t>ini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Olist</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dapat</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melakukan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efisiensi</a:t>
            </a:r>
            <a:r>
              <a:rPr lang="en-US" sz="2000" dirty="0">
                <a:solidFill>
                  <a:srgbClr val="444444"/>
                </a:solidFill>
                <a:latin typeface="Calibri" pitchFamily="34" charset="0"/>
                <a:ea typeface="Calibri" pitchFamily="34" charset="-122"/>
                <a:cs typeface="Calibri" pitchFamily="34" charset="-120"/>
              </a:rPr>
              <a:t> total </a:t>
            </a:r>
            <a:r>
              <a:rPr lang="en-US" sz="2000" dirty="0" err="1">
                <a:solidFill>
                  <a:srgbClr val="444444"/>
                </a:solidFill>
                <a:latin typeface="Calibri" pitchFamily="34" charset="0"/>
                <a:ea typeface="Calibri" pitchFamily="34" charset="-122"/>
                <a:cs typeface="Calibri" pitchFamily="34" charset="-120"/>
              </a:rPr>
              <a:t>biaya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logistik</a:t>
            </a:r>
            <a:r>
              <a:rPr lang="en-US" sz="2000" dirty="0">
                <a:solidFill>
                  <a:srgbClr val="444444"/>
                </a:solidFill>
                <a:latin typeface="Calibri" pitchFamily="34" charset="0"/>
                <a:ea typeface="Calibri" pitchFamily="34" charset="-122"/>
                <a:cs typeface="Calibri" pitchFamily="34" charset="-120"/>
              </a:rPr>
              <a:t> (freight cost) </a:t>
            </a:r>
            <a:r>
              <a:rPr lang="en-US" sz="2000" dirty="0" err="1">
                <a:solidFill>
                  <a:srgbClr val="444444"/>
                </a:solidFill>
                <a:latin typeface="Calibri" pitchFamily="34" charset="0"/>
                <a:ea typeface="Calibri" pitchFamily="34" charset="-122"/>
                <a:cs typeface="Calibri" pitchFamily="34" charset="-120"/>
              </a:rPr>
              <a:t>secara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drastis</a:t>
            </a:r>
            <a:r>
              <a:rPr lang="en-US" sz="2000" dirty="0">
                <a:solidFill>
                  <a:srgbClr val="444444"/>
                </a:solidFill>
                <a:latin typeface="Calibri" pitchFamily="34" charset="0"/>
                <a:ea typeface="Calibri" pitchFamily="34" charset="-122"/>
                <a:cs typeface="Calibri" pitchFamily="34" charset="-120"/>
              </a:rPr>
              <a:t> di </a:t>
            </a:r>
            <a:r>
              <a:rPr lang="en-US" sz="2000" dirty="0" err="1">
                <a:solidFill>
                  <a:srgbClr val="444444"/>
                </a:solidFill>
                <a:latin typeface="Calibri" pitchFamily="34" charset="0"/>
                <a:ea typeface="Calibri" pitchFamily="34" charset="-122"/>
                <a:cs typeface="Calibri" pitchFamily="34" charset="-120"/>
              </a:rPr>
              <a:t>skala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nasional</a:t>
            </a:r>
            <a:endParaRPr lang="en-US" sz="2000" dirty="0">
              <a:solidFill>
                <a:srgbClr val="444444"/>
              </a:solidFill>
              <a:latin typeface="Calibri" pitchFamily="34" charset="0"/>
              <a:ea typeface="Calibri" pitchFamily="34" charset="-122"/>
              <a:cs typeface="Calibri" pitchFamily="34" charset="-120"/>
            </a:endParaRPr>
          </a:p>
        </p:txBody>
      </p:sp>
      <p:pic>
        <p:nvPicPr>
          <p:cNvPr id="5" name="Picture 4">
            <a:extLst>
              <a:ext uri="{FF2B5EF4-FFF2-40B4-BE49-F238E27FC236}">
                <a16:creationId xmlns:a16="http://schemas.microsoft.com/office/drawing/2014/main" id="{1EEDBA99-441F-30F3-DAC6-86A6E4A23708}"/>
              </a:ext>
            </a:extLst>
          </p:cNvPr>
          <p:cNvPicPr>
            <a:picLocks noChangeAspect="1"/>
          </p:cNvPicPr>
          <p:nvPr/>
        </p:nvPicPr>
        <p:blipFill>
          <a:blip r:embed="rId3"/>
          <a:stretch>
            <a:fillRect/>
          </a:stretch>
        </p:blipFill>
        <p:spPr>
          <a:xfrm>
            <a:off x="324956" y="1653835"/>
            <a:ext cx="10931009" cy="858949"/>
          </a:xfrm>
          <a:prstGeom prst="rect">
            <a:avLst/>
          </a:prstGeom>
        </p:spPr>
      </p:pic>
    </p:spTree>
    <p:extLst>
      <p:ext uri="{BB962C8B-B14F-4D97-AF65-F5344CB8AC3E}">
        <p14:creationId xmlns:p14="http://schemas.microsoft.com/office/powerpoint/2010/main" val="18293360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777B1-3CE1-A3E7-61CB-6D6B9B8C9657}"/>
            </a:ext>
          </a:extLst>
        </p:cNvPr>
        <p:cNvGrpSpPr/>
        <p:nvPr/>
      </p:nvGrpSpPr>
      <p:grpSpPr>
        <a:xfrm>
          <a:off x="0" y="0"/>
          <a:ext cx="0" cy="0"/>
          <a:chOff x="0" y="0"/>
          <a:chExt cx="0" cy="0"/>
        </a:xfrm>
      </p:grpSpPr>
      <p:sp>
        <p:nvSpPr>
          <p:cNvPr id="13" name="Shape 5">
            <a:extLst>
              <a:ext uri="{FF2B5EF4-FFF2-40B4-BE49-F238E27FC236}">
                <a16:creationId xmlns:a16="http://schemas.microsoft.com/office/drawing/2014/main" id="{25248884-F6AB-B75F-4E46-4F7008752B2C}"/>
              </a:ext>
            </a:extLst>
          </p:cNvPr>
          <p:cNvSpPr/>
          <p:nvPr/>
        </p:nvSpPr>
        <p:spPr>
          <a:xfrm>
            <a:off x="-157547" y="0"/>
            <a:ext cx="12237720" cy="6809658"/>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2" name="Text 0">
            <a:extLst>
              <a:ext uri="{FF2B5EF4-FFF2-40B4-BE49-F238E27FC236}">
                <a16:creationId xmlns:a16="http://schemas.microsoft.com/office/drawing/2014/main" id="{D523DAA0-9BA7-6200-C038-BCEF1AE28A37}"/>
              </a:ext>
            </a:extLst>
          </p:cNvPr>
          <p:cNvSpPr/>
          <p:nvPr/>
        </p:nvSpPr>
        <p:spPr>
          <a:xfrm>
            <a:off x="324956" y="141821"/>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Cleaning</a:t>
            </a:r>
            <a:endParaRPr lang="en-US" sz="2800" dirty="0"/>
          </a:p>
        </p:txBody>
      </p:sp>
      <p:sp>
        <p:nvSpPr>
          <p:cNvPr id="29" name="Text 26">
            <a:extLst>
              <a:ext uri="{FF2B5EF4-FFF2-40B4-BE49-F238E27FC236}">
                <a16:creationId xmlns:a16="http://schemas.microsoft.com/office/drawing/2014/main" id="{CBE8EFFA-F9B3-35CD-9CF6-22EBCF23A862}"/>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sp>
        <p:nvSpPr>
          <p:cNvPr id="10" name="Text 6">
            <a:extLst>
              <a:ext uri="{FF2B5EF4-FFF2-40B4-BE49-F238E27FC236}">
                <a16:creationId xmlns:a16="http://schemas.microsoft.com/office/drawing/2014/main" id="{89FDAF5C-6EDA-F252-FB36-C33C07D27CF7}"/>
              </a:ext>
            </a:extLst>
          </p:cNvPr>
          <p:cNvSpPr/>
          <p:nvPr/>
        </p:nvSpPr>
        <p:spPr>
          <a:xfrm>
            <a:off x="324956" y="614121"/>
            <a:ext cx="6385126" cy="436321"/>
          </a:xfrm>
          <a:prstGeom prst="rect">
            <a:avLst/>
          </a:prstGeom>
          <a:noFill/>
          <a:ln/>
        </p:spPr>
        <p:txBody>
          <a:bodyPr wrap="square" rtlCol="0" anchor="ctr"/>
          <a:lstStyle/>
          <a:p>
            <a:r>
              <a:rPr lang="en-US" sz="1600" b="1" dirty="0">
                <a:solidFill>
                  <a:srgbClr val="F2545B"/>
                </a:solidFill>
                <a:latin typeface="Cambria" pitchFamily="34" charset="0"/>
                <a:ea typeface="Cambria" pitchFamily="34" charset="-122"/>
                <a:cs typeface="Cambria" pitchFamily="34" charset="-120"/>
              </a:rPr>
              <a:t>3. </a:t>
            </a:r>
            <a:r>
              <a:rPr lang="en-US" sz="1600" b="1" dirty="0" err="1">
                <a:solidFill>
                  <a:srgbClr val="F2545B"/>
                </a:solidFill>
                <a:latin typeface="Cambria" pitchFamily="34" charset="0"/>
                <a:ea typeface="Cambria" pitchFamily="34" charset="-122"/>
                <a:cs typeface="Cambria" pitchFamily="34" charset="-120"/>
              </a:rPr>
              <a:t>Melihat</a:t>
            </a:r>
            <a:r>
              <a:rPr lang="en-US" sz="1600" b="1" dirty="0">
                <a:solidFill>
                  <a:srgbClr val="F2545B"/>
                </a:solidFill>
                <a:latin typeface="Cambria" pitchFamily="34" charset="0"/>
                <a:ea typeface="Cambria" pitchFamily="34" charset="-122"/>
                <a:cs typeface="Cambria" pitchFamily="34" charset="-120"/>
              </a:rPr>
              <a:t> 5 </a:t>
            </a:r>
            <a:r>
              <a:rPr lang="en-US" sz="1600" b="1" dirty="0" err="1">
                <a:solidFill>
                  <a:srgbClr val="F2545B"/>
                </a:solidFill>
                <a:latin typeface="Cambria" pitchFamily="34" charset="0"/>
                <a:ea typeface="Cambria" pitchFamily="34" charset="-122"/>
                <a:cs typeface="Cambria" pitchFamily="34" charset="-120"/>
              </a:rPr>
              <a:t>kota</a:t>
            </a:r>
            <a:r>
              <a:rPr lang="en-US" sz="1600" b="1" dirty="0">
                <a:solidFill>
                  <a:srgbClr val="F2545B"/>
                </a:solidFill>
                <a:latin typeface="Cambria" pitchFamily="34" charset="0"/>
                <a:ea typeface="Cambria" pitchFamily="34" charset="-122"/>
                <a:cs typeface="Cambria" pitchFamily="34" charset="-120"/>
              </a:rPr>
              <a:t> </a:t>
            </a:r>
            <a:r>
              <a:rPr lang="en-US" sz="1600" b="1" dirty="0" err="1">
                <a:solidFill>
                  <a:srgbClr val="F2545B"/>
                </a:solidFill>
                <a:latin typeface="Cambria" pitchFamily="34" charset="0"/>
                <a:ea typeface="Cambria" pitchFamily="34" charset="-122"/>
                <a:cs typeface="Cambria" pitchFamily="34" charset="-120"/>
              </a:rPr>
              <a:t>teratas</a:t>
            </a:r>
            <a:r>
              <a:rPr lang="en-US" sz="1600" b="1" dirty="0">
                <a:solidFill>
                  <a:srgbClr val="F2545B"/>
                </a:solidFill>
                <a:latin typeface="Cambria" pitchFamily="34" charset="0"/>
                <a:ea typeface="Cambria" pitchFamily="34" charset="-122"/>
                <a:cs typeface="Cambria" pitchFamily="34" charset="-120"/>
              </a:rPr>
              <a:t> </a:t>
            </a:r>
            <a:r>
              <a:rPr lang="en-US" sz="1600" b="1" dirty="0" err="1">
                <a:solidFill>
                  <a:srgbClr val="F2545B"/>
                </a:solidFill>
                <a:latin typeface="Cambria" pitchFamily="34" charset="0"/>
                <a:ea typeface="Cambria" pitchFamily="34" charset="-122"/>
                <a:cs typeface="Cambria" pitchFamily="34" charset="-120"/>
              </a:rPr>
              <a:t>dengan</a:t>
            </a:r>
            <a:r>
              <a:rPr lang="en-US" sz="1600" b="1" dirty="0">
                <a:solidFill>
                  <a:srgbClr val="F2545B"/>
                </a:solidFill>
                <a:latin typeface="Cambria" pitchFamily="34" charset="0"/>
                <a:ea typeface="Cambria" pitchFamily="34" charset="-122"/>
                <a:cs typeface="Cambria" pitchFamily="34" charset="-120"/>
              </a:rPr>
              <a:t> </a:t>
            </a:r>
            <a:r>
              <a:rPr lang="en-US" sz="1600" b="1" dirty="0" err="1">
                <a:solidFill>
                  <a:srgbClr val="F2545B"/>
                </a:solidFill>
                <a:latin typeface="Cambria" pitchFamily="34" charset="0"/>
                <a:ea typeface="Cambria" pitchFamily="34" charset="-122"/>
                <a:cs typeface="Cambria" pitchFamily="34" charset="-120"/>
              </a:rPr>
              <a:t>persentase</a:t>
            </a:r>
            <a:r>
              <a:rPr lang="en-US" sz="1600" b="1" dirty="0">
                <a:solidFill>
                  <a:srgbClr val="F2545B"/>
                </a:solidFill>
                <a:latin typeface="Cambria" pitchFamily="34" charset="0"/>
                <a:ea typeface="Cambria" pitchFamily="34" charset="-122"/>
                <a:cs typeface="Cambria" pitchFamily="34" charset="-120"/>
              </a:rPr>
              <a:t> </a:t>
            </a:r>
            <a:r>
              <a:rPr lang="en-US" sz="1600" b="1" dirty="0" err="1">
                <a:solidFill>
                  <a:srgbClr val="F2545B"/>
                </a:solidFill>
                <a:latin typeface="Cambria" pitchFamily="34" charset="0"/>
                <a:ea typeface="Cambria" pitchFamily="34" charset="-122"/>
                <a:cs typeface="Cambria" pitchFamily="34" charset="-120"/>
              </a:rPr>
              <a:t>outllier</a:t>
            </a:r>
            <a:r>
              <a:rPr lang="en-US" sz="1600" b="1" dirty="0">
                <a:solidFill>
                  <a:srgbClr val="F2545B"/>
                </a:solidFill>
                <a:latin typeface="Cambria" pitchFamily="34" charset="0"/>
                <a:ea typeface="Cambria" pitchFamily="34" charset="-122"/>
                <a:cs typeface="Cambria" pitchFamily="34" charset="-120"/>
              </a:rPr>
              <a:t> </a:t>
            </a:r>
            <a:r>
              <a:rPr lang="en-US" sz="1600" b="1" dirty="0" err="1">
                <a:solidFill>
                  <a:srgbClr val="F2545B"/>
                </a:solidFill>
                <a:latin typeface="Cambria" pitchFamily="34" charset="0"/>
                <a:ea typeface="Cambria" pitchFamily="34" charset="-122"/>
                <a:cs typeface="Cambria" pitchFamily="34" charset="-120"/>
              </a:rPr>
              <a:t>terbesar</a:t>
            </a:r>
            <a:endParaRPr lang="en-US" sz="1600" dirty="0"/>
          </a:p>
        </p:txBody>
      </p:sp>
      <p:sp>
        <p:nvSpPr>
          <p:cNvPr id="17" name="Shape 5">
            <a:extLst>
              <a:ext uri="{FF2B5EF4-FFF2-40B4-BE49-F238E27FC236}">
                <a16:creationId xmlns:a16="http://schemas.microsoft.com/office/drawing/2014/main" id="{4CFD1273-0A49-22A3-1675-A236B2D2C3BE}"/>
              </a:ext>
            </a:extLst>
          </p:cNvPr>
          <p:cNvSpPr/>
          <p:nvPr/>
        </p:nvSpPr>
        <p:spPr>
          <a:xfrm>
            <a:off x="111827" y="4588490"/>
            <a:ext cx="11835333" cy="1965138"/>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19" name="Text 6">
            <a:extLst>
              <a:ext uri="{FF2B5EF4-FFF2-40B4-BE49-F238E27FC236}">
                <a16:creationId xmlns:a16="http://schemas.microsoft.com/office/drawing/2014/main" id="{99F8BD0E-26B6-E19B-DF69-37A9AD41E348}"/>
              </a:ext>
            </a:extLst>
          </p:cNvPr>
          <p:cNvSpPr/>
          <p:nvPr/>
        </p:nvSpPr>
        <p:spPr>
          <a:xfrm>
            <a:off x="244840" y="4730310"/>
            <a:ext cx="5174955" cy="436321"/>
          </a:xfrm>
          <a:prstGeom prst="rect">
            <a:avLst/>
          </a:prstGeom>
          <a:noFill/>
          <a:ln/>
        </p:spPr>
        <p:txBody>
          <a:bodyPr wrap="square" rtlCol="0" anchor="ctr"/>
          <a:lstStyle/>
          <a:p>
            <a:r>
              <a:rPr lang="en-US" sz="2000" b="1" dirty="0">
                <a:solidFill>
                  <a:srgbClr val="F2545B"/>
                </a:solidFill>
                <a:latin typeface="Cambria" pitchFamily="34" charset="0"/>
                <a:ea typeface="Cambria" pitchFamily="34" charset="-122"/>
                <a:cs typeface="Cambria" pitchFamily="34" charset="-120"/>
              </a:rPr>
              <a:t>Hasil </a:t>
            </a:r>
            <a:r>
              <a:rPr lang="en-US" sz="2000" b="1" dirty="0" err="1">
                <a:solidFill>
                  <a:srgbClr val="F2545B"/>
                </a:solidFill>
                <a:latin typeface="Cambria" pitchFamily="34" charset="0"/>
                <a:ea typeface="Cambria" pitchFamily="34" charset="-122"/>
                <a:cs typeface="Cambria" pitchFamily="34" charset="-120"/>
              </a:rPr>
              <a:t>Pengamatan</a:t>
            </a:r>
            <a:endParaRPr lang="en-US" sz="2000" dirty="0"/>
          </a:p>
        </p:txBody>
      </p:sp>
      <p:sp>
        <p:nvSpPr>
          <p:cNvPr id="21" name="Text 8">
            <a:extLst>
              <a:ext uri="{FF2B5EF4-FFF2-40B4-BE49-F238E27FC236}">
                <a16:creationId xmlns:a16="http://schemas.microsoft.com/office/drawing/2014/main" id="{4BC03309-9129-B403-1E32-DF10774A3832}"/>
              </a:ext>
            </a:extLst>
          </p:cNvPr>
          <p:cNvSpPr/>
          <p:nvPr/>
        </p:nvSpPr>
        <p:spPr>
          <a:xfrm>
            <a:off x="223654" y="5166630"/>
            <a:ext cx="11622668" cy="1282511"/>
          </a:xfrm>
          <a:prstGeom prst="rect">
            <a:avLst/>
          </a:prstGeom>
          <a:noFill/>
          <a:ln/>
        </p:spPr>
        <p:txBody>
          <a:bodyPr wrap="square" rtlCol="0" anchor="t"/>
          <a:lstStyle/>
          <a:p>
            <a:pPr marL="0" indent="0">
              <a:buNone/>
            </a:pPr>
            <a:r>
              <a:rPr lang="en-US" sz="1600" dirty="0" err="1">
                <a:solidFill>
                  <a:srgbClr val="444444"/>
                </a:solidFill>
                <a:latin typeface="Calibri" pitchFamily="34" charset="0"/>
                <a:ea typeface="Calibri" pitchFamily="34" charset="-122"/>
                <a:cs typeface="Calibri" pitchFamily="34" charset="-120"/>
              </a:rPr>
              <a:t>Masalah</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pembengkakan</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ongkir</a:t>
            </a:r>
            <a:r>
              <a:rPr lang="en-US" sz="1600" dirty="0">
                <a:solidFill>
                  <a:srgbClr val="444444"/>
                </a:solidFill>
                <a:latin typeface="Calibri" pitchFamily="34" charset="0"/>
                <a:ea typeface="Calibri" pitchFamily="34" charset="-122"/>
                <a:cs typeface="Calibri" pitchFamily="34" charset="-120"/>
              </a:rPr>
              <a:t> di </a:t>
            </a:r>
            <a:r>
              <a:rPr lang="en-US" sz="1600" dirty="0" err="1">
                <a:solidFill>
                  <a:srgbClr val="444444"/>
                </a:solidFill>
                <a:latin typeface="Calibri" pitchFamily="34" charset="0"/>
                <a:ea typeface="Calibri" pitchFamily="34" charset="-122"/>
                <a:cs typeface="Calibri" pitchFamily="34" charset="-120"/>
              </a:rPr>
              <a:t>Olist</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terkonsentrasi</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secara</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terisolasi</a:t>
            </a:r>
            <a:r>
              <a:rPr lang="en-US" sz="1600" dirty="0">
                <a:solidFill>
                  <a:srgbClr val="444444"/>
                </a:solidFill>
                <a:latin typeface="Calibri" pitchFamily="34" charset="0"/>
                <a:ea typeface="Calibri" pitchFamily="34" charset="-122"/>
                <a:cs typeface="Calibri" pitchFamily="34" charset="-120"/>
              </a:rPr>
              <a:t> di wilayah </a:t>
            </a:r>
            <a:r>
              <a:rPr lang="en-US" sz="1600" dirty="0" err="1">
                <a:solidFill>
                  <a:srgbClr val="444444"/>
                </a:solidFill>
                <a:latin typeface="Calibri" pitchFamily="34" charset="0"/>
                <a:ea typeface="Calibri" pitchFamily="34" charset="-122"/>
                <a:cs typeface="Calibri" pitchFamily="34" charset="-120"/>
              </a:rPr>
              <a:t>terpencil</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khususnya</a:t>
            </a:r>
            <a:r>
              <a:rPr lang="en-US" sz="1600" dirty="0">
                <a:solidFill>
                  <a:srgbClr val="444444"/>
                </a:solidFill>
                <a:latin typeface="Calibri" pitchFamily="34" charset="0"/>
                <a:ea typeface="Calibri" pitchFamily="34" charset="-122"/>
                <a:cs typeface="Calibri" pitchFamily="34" charset="-120"/>
              </a:rPr>
              <a:t> negara </a:t>
            </a:r>
            <a:r>
              <a:rPr lang="en-US" sz="1600" dirty="0" err="1">
                <a:solidFill>
                  <a:srgbClr val="444444"/>
                </a:solidFill>
                <a:latin typeface="Calibri" pitchFamily="34" charset="0"/>
                <a:ea typeface="Calibri" pitchFamily="34" charset="-122"/>
                <a:cs typeface="Calibri" pitchFamily="34" charset="-120"/>
              </a:rPr>
              <a:t>bagian</a:t>
            </a:r>
            <a:r>
              <a:rPr lang="en-US" sz="1600" dirty="0">
                <a:solidFill>
                  <a:srgbClr val="444444"/>
                </a:solidFill>
                <a:latin typeface="Calibri" pitchFamily="34" charset="0"/>
                <a:ea typeface="Calibri" pitchFamily="34" charset="-122"/>
                <a:cs typeface="Calibri" pitchFamily="34" charset="-120"/>
              </a:rPr>
              <a:t> Rondônia (RO). </a:t>
            </a:r>
            <a:r>
              <a:rPr lang="en-US" sz="1600" dirty="0" err="1">
                <a:solidFill>
                  <a:srgbClr val="444444"/>
                </a:solidFill>
                <a:latin typeface="Calibri" pitchFamily="34" charset="0"/>
                <a:ea typeface="Calibri" pitchFamily="34" charset="-122"/>
                <a:cs typeface="Calibri" pitchFamily="34" charset="-120"/>
              </a:rPr>
              <a:t>Konsumen</a:t>
            </a:r>
            <a:r>
              <a:rPr lang="en-US" sz="1600" dirty="0">
                <a:solidFill>
                  <a:srgbClr val="444444"/>
                </a:solidFill>
                <a:latin typeface="Calibri" pitchFamily="34" charset="0"/>
                <a:ea typeface="Calibri" pitchFamily="34" charset="-122"/>
                <a:cs typeface="Calibri" pitchFamily="34" charset="-120"/>
              </a:rPr>
              <a:t> di wilayah </a:t>
            </a:r>
            <a:r>
              <a:rPr lang="en-US" sz="1600" dirty="0" err="1">
                <a:solidFill>
                  <a:srgbClr val="444444"/>
                </a:solidFill>
                <a:latin typeface="Calibri" pitchFamily="34" charset="0"/>
                <a:ea typeface="Calibri" pitchFamily="34" charset="-122"/>
                <a:cs typeface="Calibri" pitchFamily="34" charset="-120"/>
              </a:rPr>
              <a:t>ini</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mengalami</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kerugian</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daya</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saing</a:t>
            </a:r>
            <a:r>
              <a:rPr lang="en-US" sz="1600" dirty="0">
                <a:solidFill>
                  <a:srgbClr val="444444"/>
                </a:solidFill>
                <a:latin typeface="Calibri" pitchFamily="34" charset="0"/>
                <a:ea typeface="Calibri" pitchFamily="34" charset="-122"/>
                <a:cs typeface="Calibri" pitchFamily="34" charset="-120"/>
              </a:rPr>
              <a:t> (friction) yang </a:t>
            </a:r>
            <a:r>
              <a:rPr lang="en-US" sz="1600" dirty="0" err="1">
                <a:solidFill>
                  <a:srgbClr val="444444"/>
                </a:solidFill>
                <a:latin typeface="Calibri" pitchFamily="34" charset="0"/>
                <a:ea typeface="Calibri" pitchFamily="34" charset="-122"/>
                <a:cs typeface="Calibri" pitchFamily="34" charset="-120"/>
              </a:rPr>
              <a:t>besar</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karena</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lebih</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dari</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separuh</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transaksi</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mereka</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dibebani</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tarif</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pengiriman</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ekstrem</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Temuan</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ini</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memicu</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pertanyaan</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krusial</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untuk</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tahap</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berikutnya</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apakah</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tingginya</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ongkir</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ke</a:t>
            </a:r>
            <a:r>
              <a:rPr lang="en-US" sz="1600" dirty="0">
                <a:solidFill>
                  <a:srgbClr val="444444"/>
                </a:solidFill>
                <a:latin typeface="Calibri" pitchFamily="34" charset="0"/>
                <a:ea typeface="Calibri" pitchFamily="34" charset="-122"/>
                <a:cs typeface="Calibri" pitchFamily="34" charset="-120"/>
              </a:rPr>
              <a:t> RO </a:t>
            </a:r>
            <a:r>
              <a:rPr lang="en-US" sz="1600" dirty="0" err="1">
                <a:solidFill>
                  <a:srgbClr val="444444"/>
                </a:solidFill>
                <a:latin typeface="Calibri" pitchFamily="34" charset="0"/>
                <a:ea typeface="Calibri" pitchFamily="34" charset="-122"/>
                <a:cs typeface="Calibri" pitchFamily="34" charset="-120"/>
              </a:rPr>
              <a:t>ini</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disebabkan</a:t>
            </a:r>
            <a:r>
              <a:rPr lang="en-US" sz="1600" dirty="0">
                <a:solidFill>
                  <a:srgbClr val="444444"/>
                </a:solidFill>
                <a:latin typeface="Calibri" pitchFamily="34" charset="0"/>
                <a:ea typeface="Calibri" pitchFamily="34" charset="-122"/>
                <a:cs typeface="Calibri" pitchFamily="34" charset="-120"/>
              </a:rPr>
              <a:t> oleh </a:t>
            </a:r>
            <a:r>
              <a:rPr lang="en-US" sz="1600" dirty="0" err="1">
                <a:solidFill>
                  <a:srgbClr val="444444"/>
                </a:solidFill>
                <a:latin typeface="Calibri" pitchFamily="34" charset="0"/>
                <a:ea typeface="Calibri" pitchFamily="34" charset="-122"/>
                <a:cs typeface="Calibri" pitchFamily="34" charset="-120"/>
              </a:rPr>
              <a:t>ukuran</a:t>
            </a:r>
            <a:r>
              <a:rPr lang="en-US" sz="1600" dirty="0">
                <a:solidFill>
                  <a:srgbClr val="444444"/>
                </a:solidFill>
                <a:latin typeface="Calibri" pitchFamily="34" charset="0"/>
                <a:ea typeface="Calibri" pitchFamily="34" charset="-122"/>
                <a:cs typeface="Calibri" pitchFamily="34" charset="-120"/>
              </a:rPr>
              <a:t>/</a:t>
            </a:r>
            <a:r>
              <a:rPr lang="en-US" sz="1600" dirty="0" err="1">
                <a:solidFill>
                  <a:srgbClr val="444444"/>
                </a:solidFill>
                <a:latin typeface="Calibri" pitchFamily="34" charset="0"/>
                <a:ea typeface="Calibri" pitchFamily="34" charset="-122"/>
                <a:cs typeface="Calibri" pitchFamily="34" charset="-120"/>
              </a:rPr>
              <a:t>berat</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barang</a:t>
            </a:r>
            <a:r>
              <a:rPr lang="en-US" sz="1600" dirty="0">
                <a:solidFill>
                  <a:srgbClr val="444444"/>
                </a:solidFill>
                <a:latin typeface="Calibri" pitchFamily="34" charset="0"/>
                <a:ea typeface="Calibri" pitchFamily="34" charset="-122"/>
                <a:cs typeface="Calibri" pitchFamily="34" charset="-120"/>
              </a:rPr>
              <a:t> yang </a:t>
            </a:r>
            <a:r>
              <a:rPr lang="en-US" sz="1600" dirty="0" err="1">
                <a:solidFill>
                  <a:srgbClr val="444444"/>
                </a:solidFill>
                <a:latin typeface="Calibri" pitchFamily="34" charset="0"/>
                <a:ea typeface="Calibri" pitchFamily="34" charset="-122"/>
                <a:cs typeface="Calibri" pitchFamily="34" charset="-120"/>
              </a:rPr>
              <a:t>dibeli</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ataukah</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murni</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karena</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kendala</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jarak</a:t>
            </a:r>
            <a:r>
              <a:rPr lang="en-US" sz="1600" dirty="0">
                <a:solidFill>
                  <a:srgbClr val="444444"/>
                </a:solidFill>
                <a:latin typeface="Calibri" pitchFamily="34" charset="0"/>
                <a:ea typeface="Calibri" pitchFamily="34" charset="-122"/>
                <a:cs typeface="Calibri" pitchFamily="34" charset="-120"/>
              </a:rPr>
              <a:t> </a:t>
            </a:r>
            <a:r>
              <a:rPr lang="en-US" sz="1600" dirty="0" err="1">
                <a:solidFill>
                  <a:srgbClr val="444444"/>
                </a:solidFill>
                <a:latin typeface="Calibri" pitchFamily="34" charset="0"/>
                <a:ea typeface="Calibri" pitchFamily="34" charset="-122"/>
                <a:cs typeface="Calibri" pitchFamily="34" charset="-120"/>
              </a:rPr>
              <a:t>distribusi</a:t>
            </a:r>
            <a:r>
              <a:rPr lang="en-US" sz="1600" dirty="0">
                <a:solidFill>
                  <a:srgbClr val="444444"/>
                </a:solidFill>
                <a:latin typeface="Calibri" pitchFamily="34" charset="0"/>
                <a:ea typeface="Calibri" pitchFamily="34" charset="-122"/>
                <a:cs typeface="Calibri" pitchFamily="34" charset="-120"/>
              </a:rPr>
              <a:t>?</a:t>
            </a:r>
          </a:p>
        </p:txBody>
      </p:sp>
      <p:pic>
        <p:nvPicPr>
          <p:cNvPr id="4" name="Picture 3">
            <a:extLst>
              <a:ext uri="{FF2B5EF4-FFF2-40B4-BE49-F238E27FC236}">
                <a16:creationId xmlns:a16="http://schemas.microsoft.com/office/drawing/2014/main" id="{0CB46CF5-01E4-18AB-8959-66AAE8E43C2A}"/>
              </a:ext>
            </a:extLst>
          </p:cNvPr>
          <p:cNvPicPr>
            <a:picLocks noChangeAspect="1"/>
          </p:cNvPicPr>
          <p:nvPr/>
        </p:nvPicPr>
        <p:blipFill>
          <a:blip r:embed="rId3"/>
          <a:stretch>
            <a:fillRect/>
          </a:stretch>
        </p:blipFill>
        <p:spPr>
          <a:xfrm>
            <a:off x="368247" y="1791075"/>
            <a:ext cx="11137648" cy="1696801"/>
          </a:xfrm>
          <a:prstGeom prst="rect">
            <a:avLst/>
          </a:prstGeom>
        </p:spPr>
      </p:pic>
    </p:spTree>
    <p:extLst>
      <p:ext uri="{BB962C8B-B14F-4D97-AF65-F5344CB8AC3E}">
        <p14:creationId xmlns:p14="http://schemas.microsoft.com/office/powerpoint/2010/main" val="40214195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04A61-4B14-4F35-4574-332DC497C3D6}"/>
            </a:ext>
          </a:extLst>
        </p:cNvPr>
        <p:cNvGrpSpPr/>
        <p:nvPr/>
      </p:nvGrpSpPr>
      <p:grpSpPr>
        <a:xfrm>
          <a:off x="0" y="0"/>
          <a:ext cx="0" cy="0"/>
          <a:chOff x="0" y="0"/>
          <a:chExt cx="0" cy="0"/>
        </a:xfrm>
      </p:grpSpPr>
      <p:sp>
        <p:nvSpPr>
          <p:cNvPr id="13" name="Shape 5">
            <a:extLst>
              <a:ext uri="{FF2B5EF4-FFF2-40B4-BE49-F238E27FC236}">
                <a16:creationId xmlns:a16="http://schemas.microsoft.com/office/drawing/2014/main" id="{52E4921E-EBAD-BEFA-B788-A62E332A00A3}"/>
              </a:ext>
            </a:extLst>
          </p:cNvPr>
          <p:cNvSpPr/>
          <p:nvPr/>
        </p:nvSpPr>
        <p:spPr>
          <a:xfrm>
            <a:off x="-157547" y="0"/>
            <a:ext cx="12237720" cy="6809658"/>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2" name="Text 0">
            <a:extLst>
              <a:ext uri="{FF2B5EF4-FFF2-40B4-BE49-F238E27FC236}">
                <a16:creationId xmlns:a16="http://schemas.microsoft.com/office/drawing/2014/main" id="{A6560B50-7515-06EF-9DEC-FBFB724C927A}"/>
              </a:ext>
            </a:extLst>
          </p:cNvPr>
          <p:cNvSpPr/>
          <p:nvPr/>
        </p:nvSpPr>
        <p:spPr>
          <a:xfrm>
            <a:off x="324956" y="141821"/>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Data Cleaning</a:t>
            </a:r>
            <a:endParaRPr lang="en-US" sz="2800" dirty="0"/>
          </a:p>
        </p:txBody>
      </p:sp>
      <p:sp>
        <p:nvSpPr>
          <p:cNvPr id="29" name="Text 26">
            <a:extLst>
              <a:ext uri="{FF2B5EF4-FFF2-40B4-BE49-F238E27FC236}">
                <a16:creationId xmlns:a16="http://schemas.microsoft.com/office/drawing/2014/main" id="{22A6B14F-96C5-7852-5D04-4AB6FEA6B6C9}"/>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8</a:t>
            </a:r>
            <a:endParaRPr lang="en-US" sz="850" dirty="0"/>
          </a:p>
        </p:txBody>
      </p:sp>
      <p:sp>
        <p:nvSpPr>
          <p:cNvPr id="10" name="Text 6">
            <a:extLst>
              <a:ext uri="{FF2B5EF4-FFF2-40B4-BE49-F238E27FC236}">
                <a16:creationId xmlns:a16="http://schemas.microsoft.com/office/drawing/2014/main" id="{7ED8127A-B306-52CD-A888-E534BE08218C}"/>
              </a:ext>
            </a:extLst>
          </p:cNvPr>
          <p:cNvSpPr/>
          <p:nvPr/>
        </p:nvSpPr>
        <p:spPr>
          <a:xfrm>
            <a:off x="324955" y="614121"/>
            <a:ext cx="6828879" cy="436321"/>
          </a:xfrm>
          <a:prstGeom prst="rect">
            <a:avLst/>
          </a:prstGeom>
          <a:noFill/>
          <a:ln/>
        </p:spPr>
        <p:txBody>
          <a:bodyPr wrap="square" rtlCol="0" anchor="ctr"/>
          <a:lstStyle/>
          <a:p>
            <a:r>
              <a:rPr lang="nn-NO" sz="1600" b="1" dirty="0">
                <a:solidFill>
                  <a:srgbClr val="F2545B"/>
                </a:solidFill>
                <a:latin typeface="Cambria" pitchFamily="34" charset="0"/>
                <a:ea typeface="Cambria" pitchFamily="34" charset="-122"/>
                <a:cs typeface="Cambria" pitchFamily="34" charset="-120"/>
              </a:rPr>
              <a:t> 4. Melihat jenis kategori berada di rondonia dengan ongkir terbesar</a:t>
            </a:r>
            <a:endParaRPr lang="en-US" sz="1600" dirty="0"/>
          </a:p>
        </p:txBody>
      </p:sp>
      <p:sp>
        <p:nvSpPr>
          <p:cNvPr id="17" name="Shape 5">
            <a:extLst>
              <a:ext uri="{FF2B5EF4-FFF2-40B4-BE49-F238E27FC236}">
                <a16:creationId xmlns:a16="http://schemas.microsoft.com/office/drawing/2014/main" id="{7D9CEB12-FA8A-B61D-8902-987C47D0EB7E}"/>
              </a:ext>
            </a:extLst>
          </p:cNvPr>
          <p:cNvSpPr/>
          <p:nvPr/>
        </p:nvSpPr>
        <p:spPr>
          <a:xfrm>
            <a:off x="111827" y="4202713"/>
            <a:ext cx="11835333" cy="2513466"/>
          </a:xfrm>
          <a:prstGeom prst="roundRect">
            <a:avLst>
              <a:gd name="adj" fmla="val 3810"/>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txBody>
          <a:bodyPr/>
          <a:lstStyle/>
          <a:p>
            <a:endParaRPr lang="en-ID" dirty="0"/>
          </a:p>
        </p:txBody>
      </p:sp>
      <p:sp>
        <p:nvSpPr>
          <p:cNvPr id="19" name="Text 6">
            <a:extLst>
              <a:ext uri="{FF2B5EF4-FFF2-40B4-BE49-F238E27FC236}">
                <a16:creationId xmlns:a16="http://schemas.microsoft.com/office/drawing/2014/main" id="{109EA426-1AA1-37E9-1DDD-CBCB18386F7E}"/>
              </a:ext>
            </a:extLst>
          </p:cNvPr>
          <p:cNvSpPr/>
          <p:nvPr/>
        </p:nvSpPr>
        <p:spPr>
          <a:xfrm>
            <a:off x="324956" y="4322706"/>
            <a:ext cx="5174955" cy="436321"/>
          </a:xfrm>
          <a:prstGeom prst="rect">
            <a:avLst/>
          </a:prstGeom>
          <a:noFill/>
          <a:ln/>
        </p:spPr>
        <p:txBody>
          <a:bodyPr wrap="square" rtlCol="0" anchor="ctr"/>
          <a:lstStyle/>
          <a:p>
            <a:r>
              <a:rPr lang="en-US" sz="2000" b="1" dirty="0">
                <a:solidFill>
                  <a:srgbClr val="F2545B"/>
                </a:solidFill>
                <a:latin typeface="Cambria" pitchFamily="34" charset="0"/>
                <a:ea typeface="Cambria" pitchFamily="34" charset="-122"/>
                <a:cs typeface="Cambria" pitchFamily="34" charset="-120"/>
              </a:rPr>
              <a:t>Hasil </a:t>
            </a:r>
            <a:r>
              <a:rPr lang="en-US" sz="2000" b="1" dirty="0" err="1">
                <a:solidFill>
                  <a:srgbClr val="F2545B"/>
                </a:solidFill>
                <a:latin typeface="Cambria" pitchFamily="34" charset="0"/>
                <a:ea typeface="Cambria" pitchFamily="34" charset="-122"/>
                <a:cs typeface="Cambria" pitchFamily="34" charset="-120"/>
              </a:rPr>
              <a:t>Pengamatan</a:t>
            </a:r>
            <a:endParaRPr lang="en-US" sz="2000" dirty="0"/>
          </a:p>
        </p:txBody>
      </p:sp>
      <p:sp>
        <p:nvSpPr>
          <p:cNvPr id="21" name="Text 8">
            <a:extLst>
              <a:ext uri="{FF2B5EF4-FFF2-40B4-BE49-F238E27FC236}">
                <a16:creationId xmlns:a16="http://schemas.microsoft.com/office/drawing/2014/main" id="{52F99881-AC87-1D47-C6FC-E8547A2E33DC}"/>
              </a:ext>
            </a:extLst>
          </p:cNvPr>
          <p:cNvSpPr/>
          <p:nvPr/>
        </p:nvSpPr>
        <p:spPr>
          <a:xfrm>
            <a:off x="290160" y="4759027"/>
            <a:ext cx="11622668" cy="1573405"/>
          </a:xfrm>
          <a:prstGeom prst="rect">
            <a:avLst/>
          </a:prstGeom>
          <a:noFill/>
          <a:ln/>
        </p:spPr>
        <p:txBody>
          <a:bodyPr wrap="square" rtlCol="0" anchor="t"/>
          <a:lstStyle/>
          <a:p>
            <a:pPr marL="0" indent="0">
              <a:buNone/>
            </a:pPr>
            <a:r>
              <a:rPr lang="en-US" sz="2000" dirty="0" err="1">
                <a:solidFill>
                  <a:srgbClr val="444444"/>
                </a:solidFill>
                <a:latin typeface="Calibri" pitchFamily="34" charset="0"/>
                <a:ea typeface="Calibri" pitchFamily="34" charset="-122"/>
                <a:cs typeface="Calibri" pitchFamily="34" charset="-120"/>
              </a:rPr>
              <a:t>Temuan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ini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secara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tegas</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mementahkan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asumsi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bahwa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ongkir</a:t>
            </a:r>
            <a:r>
              <a:rPr lang="en-US" sz="2000" dirty="0">
                <a:solidFill>
                  <a:srgbClr val="444444"/>
                </a:solidFill>
                <a:latin typeface="Calibri" pitchFamily="34" charset="0"/>
                <a:ea typeface="Calibri" pitchFamily="34" charset="-122"/>
                <a:cs typeface="Calibri" pitchFamily="34" charset="-120"/>
              </a:rPr>
              <a:t> mahal </a:t>
            </a:r>
            <a:r>
              <a:rPr lang="en-US" sz="2000" dirty="0" err="1">
                <a:solidFill>
                  <a:srgbClr val="444444"/>
                </a:solidFill>
                <a:latin typeface="Calibri" pitchFamily="34" charset="0"/>
                <a:ea typeface="Calibri" pitchFamily="34" charset="-122"/>
                <a:cs typeface="Calibri" pitchFamily="34" charset="-120"/>
              </a:rPr>
              <a:t>disebabkan</a:t>
            </a:r>
            <a:r>
              <a:rPr lang="en-US" sz="2000" dirty="0">
                <a:solidFill>
                  <a:srgbClr val="444444"/>
                </a:solidFill>
                <a:latin typeface="Calibri" pitchFamily="34" charset="0"/>
                <a:ea typeface="Calibri" pitchFamily="34" charset="-122"/>
                <a:cs typeface="Calibri" pitchFamily="34" charset="-120"/>
              </a:rPr>
              <a:t> oleh </a:t>
            </a:r>
            <a:r>
              <a:rPr lang="en-US" sz="2000" dirty="0" err="1">
                <a:solidFill>
                  <a:srgbClr val="444444"/>
                </a:solidFill>
                <a:latin typeface="Calibri" pitchFamily="34" charset="0"/>
                <a:ea typeface="Calibri" pitchFamily="34" charset="-122"/>
                <a:cs typeface="Calibri" pitchFamily="34" charset="-120"/>
              </a:rPr>
              <a:t>ukuran</a:t>
            </a:r>
            <a:r>
              <a:rPr lang="en-US" sz="2000" dirty="0">
                <a:solidFill>
                  <a:srgbClr val="444444"/>
                </a:solidFill>
                <a:latin typeface="Calibri" pitchFamily="34" charset="0"/>
                <a:ea typeface="Calibri" pitchFamily="34" charset="-122"/>
                <a:cs typeface="Calibri" pitchFamily="34" charset="-120"/>
              </a:rPr>
              <a:t>/</a:t>
            </a:r>
            <a:r>
              <a:rPr lang="en-US" sz="2000" dirty="0" err="1">
                <a:solidFill>
                  <a:srgbClr val="444444"/>
                </a:solidFill>
                <a:latin typeface="Calibri" pitchFamily="34" charset="0"/>
                <a:ea typeface="Calibri" pitchFamily="34" charset="-122"/>
                <a:cs typeface="Calibri" pitchFamily="34" charset="-120"/>
              </a:rPr>
              <a:t>berat</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barang</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Produk</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seringan</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paket</a:t>
            </a:r>
            <a:r>
              <a:rPr lang="en-US" sz="2000" dirty="0">
                <a:solidFill>
                  <a:srgbClr val="444444"/>
                </a:solidFill>
                <a:latin typeface="Calibri" pitchFamily="34" charset="0"/>
                <a:ea typeface="Calibri" pitchFamily="34" charset="-122"/>
                <a:cs typeface="Calibri" pitchFamily="34" charset="-120"/>
              </a:rPr>
              <a:t> HP (273 gram) pun </a:t>
            </a:r>
            <a:r>
              <a:rPr lang="en-US" sz="2000" dirty="0" err="1">
                <a:solidFill>
                  <a:srgbClr val="444444"/>
                </a:solidFill>
                <a:latin typeface="Calibri" pitchFamily="34" charset="0"/>
                <a:ea typeface="Calibri" pitchFamily="34" charset="-122"/>
                <a:cs typeface="Calibri" pitchFamily="34" charset="-120"/>
              </a:rPr>
              <a:t>tetap</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dibebani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ongkir</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ekstrem</a:t>
            </a:r>
            <a:r>
              <a:rPr lang="en-US" sz="2000" dirty="0">
                <a:solidFill>
                  <a:srgbClr val="444444"/>
                </a:solidFill>
                <a:latin typeface="Calibri" pitchFamily="34" charset="0"/>
                <a:ea typeface="Calibri" pitchFamily="34" charset="-122"/>
                <a:cs typeface="Calibri" pitchFamily="34" charset="-120"/>
              </a:rPr>
              <a:t> di </a:t>
            </a:r>
            <a:r>
              <a:rPr lang="en-US" sz="2000" dirty="0" err="1">
                <a:solidFill>
                  <a:srgbClr val="444444"/>
                </a:solidFill>
                <a:latin typeface="Calibri" pitchFamily="34" charset="0"/>
                <a:ea typeface="Calibri" pitchFamily="34" charset="-122"/>
                <a:cs typeface="Calibri" pitchFamily="34" charset="-120"/>
              </a:rPr>
              <a:t>atas</a:t>
            </a:r>
            <a:r>
              <a:rPr lang="en-US" sz="2000" dirty="0">
                <a:solidFill>
                  <a:srgbClr val="444444"/>
                </a:solidFill>
                <a:latin typeface="Calibri" pitchFamily="34" charset="0"/>
                <a:ea typeface="Calibri" pitchFamily="34" charset="-122"/>
                <a:cs typeface="Calibri" pitchFamily="34" charset="-120"/>
              </a:rPr>
              <a:t> 41 Reais. </a:t>
            </a:r>
            <a:r>
              <a:rPr lang="en-US" sz="2000" dirty="0" err="1">
                <a:solidFill>
                  <a:srgbClr val="444444"/>
                </a:solidFill>
                <a:latin typeface="Calibri" pitchFamily="34" charset="0"/>
                <a:ea typeface="Calibri" pitchFamily="34" charset="-122"/>
                <a:cs typeface="Calibri" pitchFamily="34" charset="-120"/>
              </a:rPr>
              <a:t>Masalah</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utamanya</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murni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dipicu</a:t>
            </a:r>
            <a:r>
              <a:rPr lang="en-US" sz="2000" dirty="0">
                <a:solidFill>
                  <a:srgbClr val="444444"/>
                </a:solidFill>
                <a:latin typeface="Calibri" pitchFamily="34" charset="0"/>
                <a:ea typeface="Calibri" pitchFamily="34" charset="-122"/>
                <a:cs typeface="Calibri" pitchFamily="34" charset="-120"/>
              </a:rPr>
              <a:t> oleh </a:t>
            </a:r>
            <a:r>
              <a:rPr lang="en-US" sz="2000" dirty="0" err="1">
                <a:solidFill>
                  <a:srgbClr val="444444"/>
                </a:solidFill>
                <a:latin typeface="Calibri" pitchFamily="34" charset="0"/>
                <a:ea typeface="Calibri" pitchFamily="34" charset="-122"/>
                <a:cs typeface="Calibri" pitchFamily="34" charset="-120"/>
              </a:rPr>
              <a:t>jarak</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distribusi</a:t>
            </a:r>
            <a:r>
              <a:rPr lang="en-US" sz="2000" dirty="0">
                <a:solidFill>
                  <a:srgbClr val="444444"/>
                </a:solidFill>
                <a:latin typeface="Calibri" pitchFamily="34" charset="0"/>
                <a:ea typeface="Calibri" pitchFamily="34" charset="-122"/>
                <a:cs typeface="Calibri" pitchFamily="34" charset="-120"/>
              </a:rPr>
              <a:t> yang sangat </a:t>
            </a:r>
            <a:r>
              <a:rPr lang="en-US" sz="2000" dirty="0" err="1">
                <a:solidFill>
                  <a:srgbClr val="444444"/>
                </a:solidFill>
                <a:latin typeface="Calibri" pitchFamily="34" charset="0"/>
                <a:ea typeface="Calibri" pitchFamily="34" charset="-122"/>
                <a:cs typeface="Calibri" pitchFamily="34" charset="-120"/>
              </a:rPr>
              <a:t>jauh</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dari</a:t>
            </a:r>
            <a:r>
              <a:rPr lang="en-US" sz="2000" dirty="0">
                <a:solidFill>
                  <a:srgbClr val="444444"/>
                </a:solidFill>
                <a:latin typeface="Calibri" pitchFamily="34" charset="0"/>
                <a:ea typeface="Calibri" pitchFamily="34" charset="-122"/>
                <a:cs typeface="Calibri" pitchFamily="34" charset="-120"/>
              </a:rPr>
              <a:t> </a:t>
            </a:r>
            <a:r>
              <a:rPr lang="en-US" sz="2000" dirty="0" err="1">
                <a:solidFill>
                  <a:srgbClr val="444444"/>
                </a:solidFill>
                <a:latin typeface="Calibri" pitchFamily="34" charset="0"/>
                <a:ea typeface="Calibri" pitchFamily="34" charset="-122"/>
                <a:cs typeface="Calibri" pitchFamily="34" charset="-120"/>
              </a:rPr>
              <a:t>pusat</a:t>
            </a:r>
            <a:r>
              <a:rPr lang="en-US" sz="2000" dirty="0">
                <a:solidFill>
                  <a:srgbClr val="444444"/>
                </a:solidFill>
                <a:latin typeface="Calibri" pitchFamily="34" charset="0"/>
                <a:ea typeface="Calibri" pitchFamily="34" charset="-122"/>
                <a:cs typeface="Calibri" pitchFamily="34" charset="-120"/>
              </a:rPr>
              <a:t> seller</a:t>
            </a:r>
          </a:p>
        </p:txBody>
      </p:sp>
      <p:pic>
        <p:nvPicPr>
          <p:cNvPr id="5" name="Picture 4">
            <a:extLst>
              <a:ext uri="{FF2B5EF4-FFF2-40B4-BE49-F238E27FC236}">
                <a16:creationId xmlns:a16="http://schemas.microsoft.com/office/drawing/2014/main" id="{A77735E7-500B-E364-5EE6-520D91B324B5}"/>
              </a:ext>
            </a:extLst>
          </p:cNvPr>
          <p:cNvPicPr>
            <a:picLocks noChangeAspect="1"/>
          </p:cNvPicPr>
          <p:nvPr/>
        </p:nvPicPr>
        <p:blipFill>
          <a:blip r:embed="rId3"/>
          <a:stretch>
            <a:fillRect/>
          </a:stretch>
        </p:blipFill>
        <p:spPr>
          <a:xfrm>
            <a:off x="946755" y="1748396"/>
            <a:ext cx="9779544" cy="2094517"/>
          </a:xfrm>
          <a:prstGeom prst="rect">
            <a:avLst/>
          </a:prstGeom>
        </p:spPr>
      </p:pic>
    </p:spTree>
    <p:extLst>
      <p:ext uri="{BB962C8B-B14F-4D97-AF65-F5344CB8AC3E}">
        <p14:creationId xmlns:p14="http://schemas.microsoft.com/office/powerpoint/2010/main" val="30895046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1">
    <p:bg>
      <p:bgPr>
        <a:solidFill>
          <a:srgbClr val="F5F7FC"/>
        </a:solidFill>
        <a:effectLst/>
      </p:bgPr>
    </p:bg>
    <p:spTree>
      <p:nvGrpSpPr>
        <p:cNvPr id="1" name=""/>
        <p:cNvGrpSpPr/>
        <p:nvPr/>
      </p:nvGrpSpPr>
      <p:grpSpPr>
        <a:xfrm>
          <a:off x="0" y="0"/>
          <a:ext cx="0" cy="0"/>
          <a:chOff x="0" y="0"/>
          <a:chExt cx="0" cy="0"/>
        </a:xfrm>
      </p:grpSpPr>
      <p:sp>
        <p:nvSpPr>
          <p:cNvPr id="2" name="Text 0"/>
          <p:cNvSpPr/>
          <p:nvPr/>
        </p:nvSpPr>
        <p:spPr>
          <a:xfrm>
            <a:off x="441655" y="46006"/>
            <a:ext cx="11064240" cy="548640"/>
          </a:xfrm>
          <a:prstGeom prst="rect">
            <a:avLst/>
          </a:prstGeom>
          <a:noFill/>
          <a:ln/>
        </p:spPr>
        <p:txBody>
          <a:bodyPr wrap="square" rtlCol="0" anchor="ctr"/>
          <a:lstStyle/>
          <a:p>
            <a:pPr marL="0" indent="0" algn="ctr">
              <a:buNone/>
            </a:pPr>
            <a:r>
              <a:rPr lang="en-US" sz="2800" b="1" dirty="0">
                <a:solidFill>
                  <a:srgbClr val="1E2761"/>
                </a:solidFill>
                <a:latin typeface="Cambria" pitchFamily="34" charset="0"/>
                <a:ea typeface="Cambria" pitchFamily="34" charset="-122"/>
                <a:cs typeface="Cambria" pitchFamily="34" charset="-120"/>
              </a:rPr>
              <a:t>Hasil Analisa</a:t>
            </a:r>
            <a:endParaRPr lang="en-US" sz="2800" dirty="0"/>
          </a:p>
        </p:txBody>
      </p:sp>
      <p:sp>
        <p:nvSpPr>
          <p:cNvPr id="3" name="Shape 1"/>
          <p:cNvSpPr/>
          <p:nvPr/>
        </p:nvSpPr>
        <p:spPr>
          <a:xfrm>
            <a:off x="548640" y="500331"/>
            <a:ext cx="11064240" cy="1540495"/>
          </a:xfrm>
          <a:prstGeom prst="roundRect">
            <a:avLst>
              <a:gd name="adj" fmla="val 3404"/>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sp>
      <p:sp>
        <p:nvSpPr>
          <p:cNvPr id="4" name="Shape 2"/>
          <p:cNvSpPr/>
          <p:nvPr/>
        </p:nvSpPr>
        <p:spPr>
          <a:xfrm>
            <a:off x="890397" y="663780"/>
            <a:ext cx="502920" cy="502920"/>
          </a:xfrm>
          <a:prstGeom prst="ellipse">
            <a:avLst/>
          </a:prstGeom>
          <a:solidFill>
            <a:srgbClr val="2E9E6D"/>
          </a:solidFill>
          <a:ln/>
        </p:spPr>
      </p:sp>
      <p:pic>
        <p:nvPicPr>
          <p:cNvPr id="5" name="Image 0" descr="icon_check.png"/>
          <p:cNvPicPr>
            <a:picLocks noChangeAspect="1"/>
          </p:cNvPicPr>
          <p:nvPr/>
        </p:nvPicPr>
        <p:blipFill>
          <a:blip r:embed="rId3"/>
          <a:stretch>
            <a:fillRect/>
          </a:stretch>
        </p:blipFill>
        <p:spPr>
          <a:xfrm>
            <a:off x="1003554" y="776937"/>
            <a:ext cx="276606" cy="276606"/>
          </a:xfrm>
          <a:prstGeom prst="rect">
            <a:avLst/>
          </a:prstGeom>
        </p:spPr>
      </p:pic>
      <p:sp>
        <p:nvSpPr>
          <p:cNvPr id="6" name="Text 3"/>
          <p:cNvSpPr/>
          <p:nvPr/>
        </p:nvSpPr>
        <p:spPr>
          <a:xfrm>
            <a:off x="1417319" y="683211"/>
            <a:ext cx="8832797" cy="435483"/>
          </a:xfrm>
          <a:prstGeom prst="rect">
            <a:avLst/>
          </a:prstGeom>
          <a:noFill/>
          <a:ln/>
        </p:spPr>
        <p:txBody>
          <a:bodyPr wrap="square" rtlCol="0" anchor="t"/>
          <a:lstStyle/>
          <a:p>
            <a:pPr marL="0" indent="0">
              <a:buNone/>
            </a:pPr>
            <a:r>
              <a:rPr lang="en-US" b="1" dirty="0" err="1">
                <a:solidFill>
                  <a:srgbClr val="1E2761"/>
                </a:solidFill>
                <a:latin typeface="Cambria" pitchFamily="34" charset="0"/>
                <a:ea typeface="Cambria" pitchFamily="34" charset="-122"/>
                <a:cs typeface="Cambria" pitchFamily="34" charset="-120"/>
              </a:rPr>
              <a:t>Distribusi</a:t>
            </a:r>
            <a:r>
              <a:rPr lang="en-US" b="1" dirty="0">
                <a:solidFill>
                  <a:srgbClr val="1E2761"/>
                </a:solidFill>
                <a:latin typeface="Cambria" pitchFamily="34" charset="0"/>
                <a:ea typeface="Cambria" pitchFamily="34" charset="-122"/>
                <a:cs typeface="Cambria" pitchFamily="34" charset="-120"/>
              </a:rPr>
              <a:t> </a:t>
            </a:r>
            <a:r>
              <a:rPr lang="en-US" b="1" dirty="0" err="1">
                <a:solidFill>
                  <a:srgbClr val="1E2761"/>
                </a:solidFill>
                <a:latin typeface="Cambria" pitchFamily="34" charset="0"/>
                <a:ea typeface="Cambria" pitchFamily="34" charset="-122"/>
                <a:cs typeface="Cambria" pitchFamily="34" charset="-120"/>
              </a:rPr>
              <a:t>Ongkos</a:t>
            </a:r>
            <a:r>
              <a:rPr lang="en-US" b="1" dirty="0">
                <a:solidFill>
                  <a:srgbClr val="1E2761"/>
                </a:solidFill>
                <a:latin typeface="Cambria" pitchFamily="34" charset="0"/>
                <a:ea typeface="Cambria" pitchFamily="34" charset="-122"/>
                <a:cs typeface="Cambria" pitchFamily="34" charset="-120"/>
              </a:rPr>
              <a:t> Kirim Nasional </a:t>
            </a:r>
            <a:r>
              <a:rPr lang="en-US" b="1" dirty="0" err="1">
                <a:solidFill>
                  <a:srgbClr val="1E2761"/>
                </a:solidFill>
                <a:latin typeface="Cambria" pitchFamily="34" charset="0"/>
                <a:ea typeface="Cambria" pitchFamily="34" charset="-122"/>
                <a:cs typeface="Cambria" pitchFamily="34" charset="-120"/>
              </a:rPr>
              <a:t>Cenderung</a:t>
            </a:r>
            <a:r>
              <a:rPr lang="en-US" b="1" dirty="0">
                <a:solidFill>
                  <a:srgbClr val="1E2761"/>
                </a:solidFill>
                <a:latin typeface="Cambria" pitchFamily="34" charset="0"/>
                <a:ea typeface="Cambria" pitchFamily="34" charset="-122"/>
                <a:cs typeface="Cambria" pitchFamily="34" charset="-120"/>
              </a:rPr>
              <a:t> Miring </a:t>
            </a:r>
            <a:r>
              <a:rPr lang="en-US" b="1" dirty="0" err="1">
                <a:solidFill>
                  <a:srgbClr val="1E2761"/>
                </a:solidFill>
                <a:latin typeface="Cambria" pitchFamily="34" charset="0"/>
                <a:ea typeface="Cambria" pitchFamily="34" charset="-122"/>
                <a:cs typeface="Cambria" pitchFamily="34" charset="-120"/>
              </a:rPr>
              <a:t>ke</a:t>
            </a:r>
            <a:r>
              <a:rPr lang="en-US" b="1" dirty="0">
                <a:solidFill>
                  <a:srgbClr val="1E2761"/>
                </a:solidFill>
                <a:latin typeface="Cambria" pitchFamily="34" charset="0"/>
                <a:ea typeface="Cambria" pitchFamily="34" charset="-122"/>
                <a:cs typeface="Cambria" pitchFamily="34" charset="-120"/>
              </a:rPr>
              <a:t> Kanan (Right-Skewed)</a:t>
            </a:r>
            <a:endParaRPr lang="en-US" dirty="0"/>
          </a:p>
        </p:txBody>
      </p:sp>
      <p:sp>
        <p:nvSpPr>
          <p:cNvPr id="7" name="Text 4"/>
          <p:cNvSpPr/>
          <p:nvPr/>
        </p:nvSpPr>
        <p:spPr>
          <a:xfrm>
            <a:off x="777240" y="1341579"/>
            <a:ext cx="10134472" cy="502920"/>
          </a:xfrm>
          <a:prstGeom prst="rect">
            <a:avLst/>
          </a:prstGeom>
          <a:noFill/>
          <a:ln/>
        </p:spPr>
        <p:txBody>
          <a:bodyPr wrap="square" rtlCol="0" anchor="t"/>
          <a:lstStyle/>
          <a:p>
            <a:pPr marL="0" indent="0">
              <a:lnSpc>
                <a:spcPts val="1200"/>
              </a:lnSpc>
              <a:buNone/>
            </a:pPr>
            <a:r>
              <a:rPr lang="sv-SE" sz="1400" dirty="0">
                <a:solidFill>
                  <a:srgbClr val="444444"/>
                </a:solidFill>
                <a:latin typeface="Calibri" pitchFamily="34" charset="0"/>
                <a:ea typeface="Calibri" pitchFamily="34" charset="-122"/>
                <a:cs typeface="Calibri" pitchFamily="34" charset="-120"/>
              </a:rPr>
              <a:t>Analisis ringkasan menunjukkan rata-rata ongkir nasional ($19,95$ Reais) lebih tinggi dari nilai median ($16,26$ Reais). Rentang harga ekstrem hingga $409,68$ Reais mengindikasikan adanya kelompok transaksi tertentu yang dibebani biaya pengiriman sangat tinggi di atas batas wajar. </a:t>
            </a:r>
            <a:endParaRPr lang="en-US" sz="1400" dirty="0"/>
          </a:p>
        </p:txBody>
      </p:sp>
      <p:sp>
        <p:nvSpPr>
          <p:cNvPr id="22" name="Shape 17"/>
          <p:cNvSpPr/>
          <p:nvPr/>
        </p:nvSpPr>
        <p:spPr>
          <a:xfrm>
            <a:off x="777240" y="4983480"/>
            <a:ext cx="4983480" cy="640080"/>
          </a:xfrm>
          <a:prstGeom prst="roundRect">
            <a:avLst>
              <a:gd name="adj" fmla="val 8571"/>
            </a:avLst>
          </a:prstGeom>
          <a:solidFill>
            <a:srgbClr val="F5F7FC"/>
          </a:solidFill>
          <a:ln/>
        </p:spPr>
      </p:sp>
      <p:sp>
        <p:nvSpPr>
          <p:cNvPr id="32" name="Text 26"/>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11</a:t>
            </a:r>
            <a:endParaRPr lang="en-US" sz="850" dirty="0"/>
          </a:p>
        </p:txBody>
      </p:sp>
      <p:sp>
        <p:nvSpPr>
          <p:cNvPr id="25" name="Shape 1">
            <a:extLst>
              <a:ext uri="{FF2B5EF4-FFF2-40B4-BE49-F238E27FC236}">
                <a16:creationId xmlns:a16="http://schemas.microsoft.com/office/drawing/2014/main" id="{1F9B6F2B-E319-38A6-F2D8-F3C432EF8AAC}"/>
              </a:ext>
            </a:extLst>
          </p:cNvPr>
          <p:cNvSpPr/>
          <p:nvPr/>
        </p:nvSpPr>
        <p:spPr>
          <a:xfrm>
            <a:off x="548640" y="2106582"/>
            <a:ext cx="11064240" cy="1540495"/>
          </a:xfrm>
          <a:prstGeom prst="roundRect">
            <a:avLst>
              <a:gd name="adj" fmla="val 3404"/>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sp>
      <p:sp>
        <p:nvSpPr>
          <p:cNvPr id="27" name="Shape 2">
            <a:extLst>
              <a:ext uri="{FF2B5EF4-FFF2-40B4-BE49-F238E27FC236}">
                <a16:creationId xmlns:a16="http://schemas.microsoft.com/office/drawing/2014/main" id="{48B01CDC-5B81-CA19-FB0D-A745FA40EB20}"/>
              </a:ext>
            </a:extLst>
          </p:cNvPr>
          <p:cNvSpPr/>
          <p:nvPr/>
        </p:nvSpPr>
        <p:spPr>
          <a:xfrm>
            <a:off x="890397" y="2270031"/>
            <a:ext cx="502920" cy="502920"/>
          </a:xfrm>
          <a:prstGeom prst="ellipse">
            <a:avLst/>
          </a:prstGeom>
          <a:solidFill>
            <a:srgbClr val="2E9E6D"/>
          </a:solidFill>
          <a:ln/>
        </p:spPr>
      </p:sp>
      <p:pic>
        <p:nvPicPr>
          <p:cNvPr id="30" name="Image 0" descr="icon_check.png">
            <a:extLst>
              <a:ext uri="{FF2B5EF4-FFF2-40B4-BE49-F238E27FC236}">
                <a16:creationId xmlns:a16="http://schemas.microsoft.com/office/drawing/2014/main" id="{7FDBB12F-19D1-B28E-156F-9A51F3481FCC}"/>
              </a:ext>
            </a:extLst>
          </p:cNvPr>
          <p:cNvPicPr>
            <a:picLocks noChangeAspect="1"/>
          </p:cNvPicPr>
          <p:nvPr/>
        </p:nvPicPr>
        <p:blipFill>
          <a:blip r:embed="rId3"/>
          <a:stretch>
            <a:fillRect/>
          </a:stretch>
        </p:blipFill>
        <p:spPr>
          <a:xfrm>
            <a:off x="1003554" y="2383188"/>
            <a:ext cx="276606" cy="276606"/>
          </a:xfrm>
          <a:prstGeom prst="rect">
            <a:avLst/>
          </a:prstGeom>
        </p:spPr>
      </p:pic>
      <p:sp>
        <p:nvSpPr>
          <p:cNvPr id="33" name="Text 3">
            <a:extLst>
              <a:ext uri="{FF2B5EF4-FFF2-40B4-BE49-F238E27FC236}">
                <a16:creationId xmlns:a16="http://schemas.microsoft.com/office/drawing/2014/main" id="{D220B63E-FAF5-69DE-C5FC-EC35DD67F415}"/>
              </a:ext>
            </a:extLst>
          </p:cNvPr>
          <p:cNvSpPr/>
          <p:nvPr/>
        </p:nvSpPr>
        <p:spPr>
          <a:xfrm>
            <a:off x="1417319" y="2289462"/>
            <a:ext cx="8832797" cy="435483"/>
          </a:xfrm>
          <a:prstGeom prst="rect">
            <a:avLst/>
          </a:prstGeom>
          <a:noFill/>
          <a:ln/>
        </p:spPr>
        <p:txBody>
          <a:bodyPr wrap="square" rtlCol="0" anchor="t"/>
          <a:lstStyle/>
          <a:p>
            <a:pPr marL="0" indent="0">
              <a:buNone/>
            </a:pPr>
            <a:r>
              <a:rPr lang="en-US" b="1" dirty="0" err="1">
                <a:solidFill>
                  <a:srgbClr val="1E2761"/>
                </a:solidFill>
                <a:latin typeface="Cambria" pitchFamily="34" charset="0"/>
                <a:ea typeface="Cambria" pitchFamily="34" charset="-122"/>
                <a:cs typeface="Cambria" pitchFamily="34" charset="-120"/>
              </a:rPr>
              <a:t>Masalah</a:t>
            </a:r>
            <a:r>
              <a:rPr lang="en-US" b="1" dirty="0">
                <a:solidFill>
                  <a:srgbClr val="1E2761"/>
                </a:solidFill>
                <a:latin typeface="Cambria" pitchFamily="34" charset="0"/>
                <a:ea typeface="Cambria" pitchFamily="34" charset="-122"/>
                <a:cs typeface="Cambria" pitchFamily="34" charset="-120"/>
              </a:rPr>
              <a:t> </a:t>
            </a:r>
            <a:r>
              <a:rPr lang="en-US" b="1" dirty="0" err="1">
                <a:solidFill>
                  <a:srgbClr val="1E2761"/>
                </a:solidFill>
                <a:latin typeface="Cambria" pitchFamily="34" charset="0"/>
                <a:ea typeface="Cambria" pitchFamily="34" charset="-122"/>
                <a:cs typeface="Cambria" pitchFamily="34" charset="-120"/>
              </a:rPr>
              <a:t>Pembengkakan</a:t>
            </a:r>
            <a:r>
              <a:rPr lang="en-US" b="1" dirty="0">
                <a:solidFill>
                  <a:srgbClr val="1E2761"/>
                </a:solidFill>
                <a:latin typeface="Cambria" pitchFamily="34" charset="0"/>
                <a:ea typeface="Cambria" pitchFamily="34" charset="-122"/>
                <a:cs typeface="Cambria" pitchFamily="34" charset="-120"/>
              </a:rPr>
              <a:t> Logistik </a:t>
            </a:r>
            <a:r>
              <a:rPr lang="en-US" b="1" dirty="0" err="1">
                <a:solidFill>
                  <a:srgbClr val="1E2761"/>
                </a:solidFill>
                <a:latin typeface="Cambria" pitchFamily="34" charset="0"/>
                <a:ea typeface="Cambria" pitchFamily="34" charset="-122"/>
                <a:cs typeface="Cambria" pitchFamily="34" charset="-120"/>
              </a:rPr>
              <a:t>Terisolasi</a:t>
            </a:r>
            <a:r>
              <a:rPr lang="en-US" b="1" dirty="0">
                <a:solidFill>
                  <a:srgbClr val="1E2761"/>
                </a:solidFill>
                <a:latin typeface="Cambria" pitchFamily="34" charset="0"/>
                <a:ea typeface="Cambria" pitchFamily="34" charset="-122"/>
                <a:cs typeface="Cambria" pitchFamily="34" charset="-120"/>
              </a:rPr>
              <a:t> pada 10,25% </a:t>
            </a:r>
            <a:r>
              <a:rPr lang="en-US" b="1" dirty="0" err="1">
                <a:solidFill>
                  <a:srgbClr val="1E2761"/>
                </a:solidFill>
                <a:latin typeface="Cambria" pitchFamily="34" charset="0"/>
                <a:ea typeface="Cambria" pitchFamily="34" charset="-122"/>
                <a:cs typeface="Cambria" pitchFamily="34" charset="-120"/>
              </a:rPr>
              <a:t>Transaksi</a:t>
            </a:r>
            <a:endParaRPr lang="en-US" dirty="0"/>
          </a:p>
        </p:txBody>
      </p:sp>
      <p:sp>
        <p:nvSpPr>
          <p:cNvPr id="35" name="Text 4">
            <a:extLst>
              <a:ext uri="{FF2B5EF4-FFF2-40B4-BE49-F238E27FC236}">
                <a16:creationId xmlns:a16="http://schemas.microsoft.com/office/drawing/2014/main" id="{A5A71333-B9F6-E458-BD8B-87649AFC4D79}"/>
              </a:ext>
            </a:extLst>
          </p:cNvPr>
          <p:cNvSpPr/>
          <p:nvPr/>
        </p:nvSpPr>
        <p:spPr>
          <a:xfrm>
            <a:off x="777240" y="2840757"/>
            <a:ext cx="10134472" cy="502920"/>
          </a:xfrm>
          <a:prstGeom prst="rect">
            <a:avLst/>
          </a:prstGeom>
          <a:noFill/>
          <a:ln/>
        </p:spPr>
        <p:txBody>
          <a:bodyPr wrap="square" rtlCol="0" anchor="t"/>
          <a:lstStyle/>
          <a:p>
            <a:pPr marL="0" indent="0">
              <a:lnSpc>
                <a:spcPct val="100000"/>
              </a:lnSpc>
              <a:buNone/>
            </a:pPr>
            <a:r>
              <a:rPr lang="sv-SE" sz="1400" dirty="0">
                <a:solidFill>
                  <a:srgbClr val="444444"/>
                </a:solidFill>
                <a:latin typeface="Calibri" pitchFamily="34" charset="0"/>
                <a:ea typeface="Calibri" pitchFamily="34" charset="-122"/>
                <a:cs typeface="Calibri" pitchFamily="34" charset="-120"/>
              </a:rPr>
              <a:t>Ekstraksi statistik metode IQR mengisolasi $11.296$ barang ($10,25\%$ dari total nasional) sebagai outlier ongkir mahal. Hal ini membuktikan bahwa inefisiensi logistik bukan masalah merata, melainkan kasus terisolasi yang jika diselesaikan akan memotong biaya logistik platform secara drastis..</a:t>
            </a:r>
            <a:endParaRPr lang="en-US" sz="1400" dirty="0"/>
          </a:p>
        </p:txBody>
      </p:sp>
      <p:sp>
        <p:nvSpPr>
          <p:cNvPr id="37" name="Shape 1">
            <a:extLst>
              <a:ext uri="{FF2B5EF4-FFF2-40B4-BE49-F238E27FC236}">
                <a16:creationId xmlns:a16="http://schemas.microsoft.com/office/drawing/2014/main" id="{7B9A5D7E-E797-A456-6C75-574129D3E154}"/>
              </a:ext>
            </a:extLst>
          </p:cNvPr>
          <p:cNvSpPr/>
          <p:nvPr/>
        </p:nvSpPr>
        <p:spPr>
          <a:xfrm>
            <a:off x="548640" y="3707959"/>
            <a:ext cx="11064240" cy="1540495"/>
          </a:xfrm>
          <a:prstGeom prst="roundRect">
            <a:avLst>
              <a:gd name="adj" fmla="val 3404"/>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sp>
      <p:sp>
        <p:nvSpPr>
          <p:cNvPr id="39" name="Shape 2">
            <a:extLst>
              <a:ext uri="{FF2B5EF4-FFF2-40B4-BE49-F238E27FC236}">
                <a16:creationId xmlns:a16="http://schemas.microsoft.com/office/drawing/2014/main" id="{32C3CC66-2B27-7384-4681-0EA3D92C0E09}"/>
              </a:ext>
            </a:extLst>
          </p:cNvPr>
          <p:cNvSpPr/>
          <p:nvPr/>
        </p:nvSpPr>
        <p:spPr>
          <a:xfrm>
            <a:off x="890397" y="3871408"/>
            <a:ext cx="502920" cy="502920"/>
          </a:xfrm>
          <a:prstGeom prst="ellipse">
            <a:avLst/>
          </a:prstGeom>
          <a:solidFill>
            <a:srgbClr val="2E9E6D"/>
          </a:solidFill>
          <a:ln/>
        </p:spPr>
      </p:sp>
      <p:pic>
        <p:nvPicPr>
          <p:cNvPr id="41" name="Image 0" descr="icon_check.png">
            <a:extLst>
              <a:ext uri="{FF2B5EF4-FFF2-40B4-BE49-F238E27FC236}">
                <a16:creationId xmlns:a16="http://schemas.microsoft.com/office/drawing/2014/main" id="{E7D769AD-CBF8-D395-7485-E9CC57A99674}"/>
              </a:ext>
            </a:extLst>
          </p:cNvPr>
          <p:cNvPicPr>
            <a:picLocks noChangeAspect="1"/>
          </p:cNvPicPr>
          <p:nvPr/>
        </p:nvPicPr>
        <p:blipFill>
          <a:blip r:embed="rId3"/>
          <a:stretch>
            <a:fillRect/>
          </a:stretch>
        </p:blipFill>
        <p:spPr>
          <a:xfrm>
            <a:off x="1003554" y="3984565"/>
            <a:ext cx="276606" cy="276606"/>
          </a:xfrm>
          <a:prstGeom prst="rect">
            <a:avLst/>
          </a:prstGeom>
        </p:spPr>
      </p:pic>
      <p:sp>
        <p:nvSpPr>
          <p:cNvPr id="43" name="Text 3">
            <a:extLst>
              <a:ext uri="{FF2B5EF4-FFF2-40B4-BE49-F238E27FC236}">
                <a16:creationId xmlns:a16="http://schemas.microsoft.com/office/drawing/2014/main" id="{5E086224-6985-73AB-2748-936449849D25}"/>
              </a:ext>
            </a:extLst>
          </p:cNvPr>
          <p:cNvSpPr/>
          <p:nvPr/>
        </p:nvSpPr>
        <p:spPr>
          <a:xfrm>
            <a:off x="1417319" y="3890839"/>
            <a:ext cx="9859976" cy="435483"/>
          </a:xfrm>
          <a:prstGeom prst="rect">
            <a:avLst/>
          </a:prstGeom>
          <a:noFill/>
          <a:ln/>
        </p:spPr>
        <p:txBody>
          <a:bodyPr wrap="square" rtlCol="0" anchor="t"/>
          <a:lstStyle/>
          <a:p>
            <a:pPr marL="0" indent="0">
              <a:buNone/>
            </a:pPr>
            <a:r>
              <a:rPr lang="sv-SE" b="1" dirty="0">
                <a:solidFill>
                  <a:srgbClr val="1E2761"/>
                </a:solidFill>
                <a:latin typeface="Cambria" pitchFamily="34" charset="0"/>
                <a:ea typeface="Cambria" pitchFamily="34" charset="-122"/>
                <a:cs typeface="Cambria" pitchFamily="34" charset="-120"/>
              </a:rPr>
              <a:t>Disparitas Logistik Ekstrem Terkonsentrasi di Wilayah Terpencil (Rondônia)</a:t>
            </a:r>
            <a:endParaRPr lang="en-US" dirty="0"/>
          </a:p>
        </p:txBody>
      </p:sp>
      <p:sp>
        <p:nvSpPr>
          <p:cNvPr id="45" name="Text 4">
            <a:extLst>
              <a:ext uri="{FF2B5EF4-FFF2-40B4-BE49-F238E27FC236}">
                <a16:creationId xmlns:a16="http://schemas.microsoft.com/office/drawing/2014/main" id="{C40BEC2D-56C0-3B38-76D1-119ED33BB2EF}"/>
              </a:ext>
            </a:extLst>
          </p:cNvPr>
          <p:cNvSpPr/>
          <p:nvPr/>
        </p:nvSpPr>
        <p:spPr>
          <a:xfrm>
            <a:off x="777240" y="4549207"/>
            <a:ext cx="10134472" cy="502920"/>
          </a:xfrm>
          <a:prstGeom prst="rect">
            <a:avLst/>
          </a:prstGeom>
          <a:noFill/>
          <a:ln/>
        </p:spPr>
        <p:txBody>
          <a:bodyPr wrap="square" rtlCol="0" anchor="t"/>
          <a:lstStyle/>
          <a:p>
            <a:pPr marL="0" indent="0">
              <a:lnSpc>
                <a:spcPts val="1200"/>
              </a:lnSpc>
              <a:buNone/>
            </a:pPr>
            <a:r>
              <a:rPr lang="sv-SE" sz="1400" dirty="0">
                <a:solidFill>
                  <a:srgbClr val="444444"/>
                </a:solidFill>
                <a:latin typeface="Calibri" pitchFamily="34" charset="0"/>
                <a:ea typeface="Calibri" pitchFamily="34" charset="-122"/>
                <a:cs typeface="Calibri" pitchFamily="34" charset="-120"/>
              </a:rPr>
              <a:t>Pemetaan geografis menunjukkan ketimpangan drastis antar-wilayah. Negara bagian Rondônia (RO) menjadi area paling terdampak dengan $61,17\%$ transaksi tergolong outlier dan median ongkir membengkak hingga $34,82$ Reais (lebih dari $2\times$ lipat median nasional).</a:t>
            </a:r>
            <a:endParaRPr lang="en-US" sz="1400" dirty="0"/>
          </a:p>
        </p:txBody>
      </p:sp>
      <p:sp>
        <p:nvSpPr>
          <p:cNvPr id="9" name="Shape 1">
            <a:extLst>
              <a:ext uri="{FF2B5EF4-FFF2-40B4-BE49-F238E27FC236}">
                <a16:creationId xmlns:a16="http://schemas.microsoft.com/office/drawing/2014/main" id="{46E6B252-F41C-303A-5DAD-E38067AC4080}"/>
              </a:ext>
            </a:extLst>
          </p:cNvPr>
          <p:cNvSpPr/>
          <p:nvPr/>
        </p:nvSpPr>
        <p:spPr>
          <a:xfrm>
            <a:off x="548640" y="5310815"/>
            <a:ext cx="11064240" cy="1540495"/>
          </a:xfrm>
          <a:prstGeom prst="roundRect">
            <a:avLst>
              <a:gd name="adj" fmla="val 3404"/>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sp>
      <p:sp>
        <p:nvSpPr>
          <p:cNvPr id="11" name="Shape 2">
            <a:extLst>
              <a:ext uri="{FF2B5EF4-FFF2-40B4-BE49-F238E27FC236}">
                <a16:creationId xmlns:a16="http://schemas.microsoft.com/office/drawing/2014/main" id="{346C32CD-56D8-042A-4906-2668113EF518}"/>
              </a:ext>
            </a:extLst>
          </p:cNvPr>
          <p:cNvSpPr/>
          <p:nvPr/>
        </p:nvSpPr>
        <p:spPr>
          <a:xfrm>
            <a:off x="890397" y="5474264"/>
            <a:ext cx="502920" cy="502920"/>
          </a:xfrm>
          <a:prstGeom prst="ellipse">
            <a:avLst/>
          </a:prstGeom>
          <a:solidFill>
            <a:srgbClr val="2E9E6D"/>
          </a:solidFill>
          <a:ln/>
        </p:spPr>
      </p:sp>
      <p:pic>
        <p:nvPicPr>
          <p:cNvPr id="13" name="Image 0" descr="icon_check.png">
            <a:extLst>
              <a:ext uri="{FF2B5EF4-FFF2-40B4-BE49-F238E27FC236}">
                <a16:creationId xmlns:a16="http://schemas.microsoft.com/office/drawing/2014/main" id="{BDBFA7BB-1C37-EE59-9867-B5F162B25DFE}"/>
              </a:ext>
            </a:extLst>
          </p:cNvPr>
          <p:cNvPicPr>
            <a:picLocks noChangeAspect="1"/>
          </p:cNvPicPr>
          <p:nvPr/>
        </p:nvPicPr>
        <p:blipFill>
          <a:blip r:embed="rId3"/>
          <a:stretch>
            <a:fillRect/>
          </a:stretch>
        </p:blipFill>
        <p:spPr>
          <a:xfrm>
            <a:off x="1003554" y="5587421"/>
            <a:ext cx="276606" cy="276606"/>
          </a:xfrm>
          <a:prstGeom prst="rect">
            <a:avLst/>
          </a:prstGeom>
        </p:spPr>
      </p:pic>
      <p:sp>
        <p:nvSpPr>
          <p:cNvPr id="15" name="Text 3">
            <a:extLst>
              <a:ext uri="{FF2B5EF4-FFF2-40B4-BE49-F238E27FC236}">
                <a16:creationId xmlns:a16="http://schemas.microsoft.com/office/drawing/2014/main" id="{80A1CBA6-C380-E22C-1252-3F4B2CB3FB62}"/>
              </a:ext>
            </a:extLst>
          </p:cNvPr>
          <p:cNvSpPr/>
          <p:nvPr/>
        </p:nvSpPr>
        <p:spPr>
          <a:xfrm>
            <a:off x="1417319" y="5493695"/>
            <a:ext cx="8832797" cy="435483"/>
          </a:xfrm>
          <a:prstGeom prst="rect">
            <a:avLst/>
          </a:prstGeom>
          <a:noFill/>
          <a:ln/>
        </p:spPr>
        <p:txBody>
          <a:bodyPr wrap="square" rtlCol="0" anchor="t"/>
          <a:lstStyle/>
          <a:p>
            <a:pPr marL="0" indent="0">
              <a:buNone/>
            </a:pPr>
            <a:r>
              <a:rPr lang="en-US" b="1" dirty="0" err="1">
                <a:solidFill>
                  <a:srgbClr val="1E2761"/>
                </a:solidFill>
                <a:latin typeface="Cambria" pitchFamily="34" charset="0"/>
                <a:ea typeface="Cambria" pitchFamily="34" charset="-122"/>
                <a:cs typeface="Cambria" pitchFamily="34" charset="-120"/>
              </a:rPr>
              <a:t>Ongkos</a:t>
            </a:r>
            <a:r>
              <a:rPr lang="en-US" b="1" dirty="0">
                <a:solidFill>
                  <a:srgbClr val="1E2761"/>
                </a:solidFill>
                <a:latin typeface="Cambria" pitchFamily="34" charset="0"/>
                <a:ea typeface="Cambria" pitchFamily="34" charset="-122"/>
                <a:cs typeface="Cambria" pitchFamily="34" charset="-120"/>
              </a:rPr>
              <a:t> Kirim Mahal </a:t>
            </a:r>
            <a:r>
              <a:rPr lang="en-US" b="1" dirty="0" err="1">
                <a:solidFill>
                  <a:srgbClr val="1E2761"/>
                </a:solidFill>
                <a:latin typeface="Cambria" pitchFamily="34" charset="0"/>
                <a:ea typeface="Cambria" pitchFamily="34" charset="-122"/>
                <a:cs typeface="Cambria" pitchFamily="34" charset="-120"/>
              </a:rPr>
              <a:t>Dipicu</a:t>
            </a:r>
            <a:r>
              <a:rPr lang="en-US" b="1" dirty="0">
                <a:solidFill>
                  <a:srgbClr val="1E2761"/>
                </a:solidFill>
                <a:latin typeface="Cambria" pitchFamily="34" charset="0"/>
                <a:ea typeface="Cambria" pitchFamily="34" charset="-122"/>
                <a:cs typeface="Cambria" pitchFamily="34" charset="-120"/>
              </a:rPr>
              <a:t> oleh Jarak </a:t>
            </a:r>
            <a:r>
              <a:rPr lang="en-US" b="1" dirty="0" err="1">
                <a:solidFill>
                  <a:srgbClr val="1E2761"/>
                </a:solidFill>
                <a:latin typeface="Cambria" pitchFamily="34" charset="0"/>
                <a:ea typeface="Cambria" pitchFamily="34" charset="-122"/>
                <a:cs typeface="Cambria" pitchFamily="34" charset="-120"/>
              </a:rPr>
              <a:t>Distribusi</a:t>
            </a:r>
            <a:r>
              <a:rPr lang="en-US" b="1" dirty="0">
                <a:solidFill>
                  <a:srgbClr val="1E2761"/>
                </a:solidFill>
                <a:latin typeface="Cambria" pitchFamily="34" charset="0"/>
                <a:ea typeface="Cambria" pitchFamily="34" charset="-122"/>
                <a:cs typeface="Cambria" pitchFamily="34" charset="-120"/>
              </a:rPr>
              <a:t>, </a:t>
            </a:r>
            <a:r>
              <a:rPr lang="en-US" b="1" dirty="0" err="1">
                <a:solidFill>
                  <a:srgbClr val="1E2761"/>
                </a:solidFill>
                <a:latin typeface="Cambria" pitchFamily="34" charset="0"/>
                <a:ea typeface="Cambria" pitchFamily="34" charset="-122"/>
                <a:cs typeface="Cambria" pitchFamily="34" charset="-120"/>
              </a:rPr>
              <a:t>Bukan</a:t>
            </a:r>
            <a:r>
              <a:rPr lang="en-US" b="1" dirty="0">
                <a:solidFill>
                  <a:srgbClr val="1E2761"/>
                </a:solidFill>
                <a:latin typeface="Cambria" pitchFamily="34" charset="0"/>
                <a:ea typeface="Cambria" pitchFamily="34" charset="-122"/>
                <a:cs typeface="Cambria" pitchFamily="34" charset="-120"/>
              </a:rPr>
              <a:t> Berat Barang</a:t>
            </a:r>
            <a:endParaRPr lang="en-US" dirty="0"/>
          </a:p>
        </p:txBody>
      </p:sp>
      <p:sp>
        <p:nvSpPr>
          <p:cNvPr id="17" name="Text 4">
            <a:extLst>
              <a:ext uri="{FF2B5EF4-FFF2-40B4-BE49-F238E27FC236}">
                <a16:creationId xmlns:a16="http://schemas.microsoft.com/office/drawing/2014/main" id="{283AE2FC-5126-056E-C906-08823BE23707}"/>
              </a:ext>
            </a:extLst>
          </p:cNvPr>
          <p:cNvSpPr/>
          <p:nvPr/>
        </p:nvSpPr>
        <p:spPr>
          <a:xfrm>
            <a:off x="777240" y="6152063"/>
            <a:ext cx="10134472" cy="502920"/>
          </a:xfrm>
          <a:prstGeom prst="rect">
            <a:avLst/>
          </a:prstGeom>
          <a:noFill/>
          <a:ln/>
        </p:spPr>
        <p:txBody>
          <a:bodyPr wrap="square" rtlCol="0" anchor="t"/>
          <a:lstStyle/>
          <a:p>
            <a:pPr marL="0" indent="0">
              <a:lnSpc>
                <a:spcPts val="1200"/>
              </a:lnSpc>
              <a:buNone/>
            </a:pPr>
            <a:r>
              <a:rPr lang="sv-SE" sz="1400" dirty="0">
                <a:solidFill>
                  <a:srgbClr val="444444"/>
                </a:solidFill>
                <a:latin typeface="Calibri" pitchFamily="34" charset="0"/>
                <a:ea typeface="Calibri" pitchFamily="34" charset="-122"/>
                <a:cs typeface="Calibri" pitchFamily="34" charset="-120"/>
              </a:rPr>
              <a:t>Deep-dive transaksi RO menunjukkan bahwa pemicu outlier didominasi barang berbobot ringan seperti beleza_saude (~$1$ kg) dan telefonia ($273$ gram). Ini mementahkan asumsi bahwa ongkir mahal disebabkan oleh berat produk, melainkan murni akibat jarak serta ketiadaan seller lokal. </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5F7FC"/>
        </a:solidFill>
        <a:effectLst/>
      </p:bgPr>
    </p:bg>
    <p:spTree>
      <p:nvGrpSpPr>
        <p:cNvPr id="1" name="">
          <a:extLst>
            <a:ext uri="{FF2B5EF4-FFF2-40B4-BE49-F238E27FC236}">
              <a16:creationId xmlns:a16="http://schemas.microsoft.com/office/drawing/2014/main" id="{8B1B99C5-52A1-583C-DBC0-DF2BF025671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AE5FCA0-E43F-BD00-063D-8B50D42FDBB5}"/>
              </a:ext>
            </a:extLst>
          </p:cNvPr>
          <p:cNvSpPr/>
          <p:nvPr/>
        </p:nvSpPr>
        <p:spPr>
          <a:xfrm>
            <a:off x="548640" y="411480"/>
            <a:ext cx="11064240" cy="548640"/>
          </a:xfrm>
          <a:prstGeom prst="rect">
            <a:avLst/>
          </a:prstGeom>
          <a:noFill/>
          <a:ln/>
        </p:spPr>
        <p:txBody>
          <a:bodyPr wrap="square" rtlCol="0" anchor="ctr"/>
          <a:lstStyle/>
          <a:p>
            <a:pPr marL="0" indent="0" algn="ctr">
              <a:buNone/>
            </a:pPr>
            <a:r>
              <a:rPr lang="en-US" sz="2800" b="1" dirty="0" err="1">
                <a:solidFill>
                  <a:srgbClr val="1E2761"/>
                </a:solidFill>
                <a:latin typeface="Cambria" pitchFamily="34" charset="0"/>
                <a:ea typeface="Cambria" pitchFamily="34" charset="-122"/>
              </a:rPr>
              <a:t>Rekomendasi</a:t>
            </a:r>
            <a:r>
              <a:rPr lang="en-US" sz="2800" b="1" dirty="0">
                <a:solidFill>
                  <a:srgbClr val="1E2761"/>
                </a:solidFill>
                <a:latin typeface="Cambria" pitchFamily="34" charset="0"/>
                <a:ea typeface="Cambria" pitchFamily="34" charset="-122"/>
              </a:rPr>
              <a:t> </a:t>
            </a:r>
            <a:r>
              <a:rPr lang="en-US" sz="2800" b="1" dirty="0" err="1">
                <a:solidFill>
                  <a:srgbClr val="1E2761"/>
                </a:solidFill>
                <a:latin typeface="Cambria" pitchFamily="34" charset="0"/>
                <a:ea typeface="Cambria" pitchFamily="34" charset="-122"/>
              </a:rPr>
              <a:t>Bisnis</a:t>
            </a:r>
            <a:endParaRPr lang="en-US" sz="2800" dirty="0"/>
          </a:p>
        </p:txBody>
      </p:sp>
      <p:sp>
        <p:nvSpPr>
          <p:cNvPr id="3" name="Shape 1">
            <a:extLst>
              <a:ext uri="{FF2B5EF4-FFF2-40B4-BE49-F238E27FC236}">
                <a16:creationId xmlns:a16="http://schemas.microsoft.com/office/drawing/2014/main" id="{D1D0517B-6D46-F46C-66DD-F2D15EFE5B4B}"/>
              </a:ext>
            </a:extLst>
          </p:cNvPr>
          <p:cNvSpPr/>
          <p:nvPr/>
        </p:nvSpPr>
        <p:spPr>
          <a:xfrm>
            <a:off x="548640" y="987552"/>
            <a:ext cx="11064240" cy="1540495"/>
          </a:xfrm>
          <a:prstGeom prst="roundRect">
            <a:avLst>
              <a:gd name="adj" fmla="val 3404"/>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sp>
      <p:sp>
        <p:nvSpPr>
          <p:cNvPr id="4" name="Shape 2">
            <a:extLst>
              <a:ext uri="{FF2B5EF4-FFF2-40B4-BE49-F238E27FC236}">
                <a16:creationId xmlns:a16="http://schemas.microsoft.com/office/drawing/2014/main" id="{4E2B48C6-A620-7C92-693D-BF96347DBE43}"/>
              </a:ext>
            </a:extLst>
          </p:cNvPr>
          <p:cNvSpPr/>
          <p:nvPr/>
        </p:nvSpPr>
        <p:spPr>
          <a:xfrm>
            <a:off x="890397" y="1151001"/>
            <a:ext cx="502920" cy="502920"/>
          </a:xfrm>
          <a:prstGeom prst="ellipse">
            <a:avLst/>
          </a:prstGeom>
          <a:solidFill>
            <a:srgbClr val="2E9E6D"/>
          </a:solidFill>
          <a:ln/>
        </p:spPr>
      </p:sp>
      <p:pic>
        <p:nvPicPr>
          <p:cNvPr id="5" name="Image 0" descr="icon_check.png">
            <a:extLst>
              <a:ext uri="{FF2B5EF4-FFF2-40B4-BE49-F238E27FC236}">
                <a16:creationId xmlns:a16="http://schemas.microsoft.com/office/drawing/2014/main" id="{F8B3BC94-3C39-807A-C4DF-E5EAA3DA15B2}"/>
              </a:ext>
            </a:extLst>
          </p:cNvPr>
          <p:cNvPicPr>
            <a:picLocks noChangeAspect="1"/>
          </p:cNvPicPr>
          <p:nvPr/>
        </p:nvPicPr>
        <p:blipFill>
          <a:blip r:embed="rId3"/>
          <a:stretch>
            <a:fillRect/>
          </a:stretch>
        </p:blipFill>
        <p:spPr>
          <a:xfrm>
            <a:off x="1003554" y="1264158"/>
            <a:ext cx="276606" cy="276606"/>
          </a:xfrm>
          <a:prstGeom prst="rect">
            <a:avLst/>
          </a:prstGeom>
        </p:spPr>
      </p:pic>
      <p:sp>
        <p:nvSpPr>
          <p:cNvPr id="6" name="Text 3">
            <a:extLst>
              <a:ext uri="{FF2B5EF4-FFF2-40B4-BE49-F238E27FC236}">
                <a16:creationId xmlns:a16="http://schemas.microsoft.com/office/drawing/2014/main" id="{25AD91CA-62D7-4C3C-3623-3F25F7229168}"/>
              </a:ext>
            </a:extLst>
          </p:cNvPr>
          <p:cNvSpPr/>
          <p:nvPr/>
        </p:nvSpPr>
        <p:spPr>
          <a:xfrm>
            <a:off x="1417319" y="1170432"/>
            <a:ext cx="8832797" cy="435483"/>
          </a:xfrm>
          <a:prstGeom prst="rect">
            <a:avLst/>
          </a:prstGeom>
          <a:noFill/>
          <a:ln/>
        </p:spPr>
        <p:txBody>
          <a:bodyPr wrap="square" rtlCol="0" anchor="t"/>
          <a:lstStyle/>
          <a:p>
            <a:pPr marL="0" indent="0">
              <a:buNone/>
            </a:pPr>
            <a:r>
              <a:rPr lang="en-US" b="1" dirty="0" err="1">
                <a:solidFill>
                  <a:srgbClr val="1E2761"/>
                </a:solidFill>
                <a:latin typeface="Cambria" pitchFamily="34" charset="0"/>
                <a:ea typeface="Cambria" pitchFamily="34" charset="-122"/>
                <a:cs typeface="Cambria" pitchFamily="34" charset="-120"/>
              </a:rPr>
              <a:t>Evaluasi</a:t>
            </a:r>
            <a:r>
              <a:rPr lang="en-US" b="1" dirty="0">
                <a:solidFill>
                  <a:srgbClr val="1E2761"/>
                </a:solidFill>
                <a:latin typeface="Cambria" pitchFamily="34" charset="0"/>
                <a:ea typeface="Cambria" pitchFamily="34" charset="-122"/>
                <a:cs typeface="Cambria" pitchFamily="34" charset="-120"/>
              </a:rPr>
              <a:t> </a:t>
            </a:r>
            <a:r>
              <a:rPr lang="en-US" b="1" dirty="0" err="1">
                <a:solidFill>
                  <a:srgbClr val="1E2761"/>
                </a:solidFill>
                <a:latin typeface="Cambria" pitchFamily="34" charset="0"/>
                <a:ea typeface="Cambria" pitchFamily="34" charset="-122"/>
                <a:cs typeface="Cambria" pitchFamily="34" charset="-120"/>
              </a:rPr>
              <a:t>Pengiriman</a:t>
            </a:r>
            <a:r>
              <a:rPr lang="en-US" b="1" dirty="0">
                <a:solidFill>
                  <a:srgbClr val="1E2761"/>
                </a:solidFill>
                <a:latin typeface="Cambria" pitchFamily="34" charset="0"/>
                <a:ea typeface="Cambria" pitchFamily="34" charset="-122"/>
                <a:cs typeface="Cambria" pitchFamily="34" charset="-120"/>
              </a:rPr>
              <a:t> </a:t>
            </a:r>
            <a:r>
              <a:rPr lang="en-US" b="1" dirty="0" err="1">
                <a:solidFill>
                  <a:srgbClr val="1E2761"/>
                </a:solidFill>
                <a:latin typeface="Cambria" pitchFamily="34" charset="0"/>
                <a:ea typeface="Cambria" pitchFamily="34" charset="-122"/>
                <a:cs typeface="Cambria" pitchFamily="34" charset="-120"/>
              </a:rPr>
              <a:t>Kolektif</a:t>
            </a:r>
            <a:r>
              <a:rPr lang="en-US" b="1" dirty="0">
                <a:solidFill>
                  <a:srgbClr val="1E2761"/>
                </a:solidFill>
                <a:latin typeface="Cambria" pitchFamily="34" charset="0"/>
                <a:ea typeface="Cambria" pitchFamily="34" charset="-122"/>
                <a:cs typeface="Cambria" pitchFamily="34" charset="-120"/>
              </a:rPr>
              <a:t> (Bulk Shipping) via Kargo Mitra</a:t>
            </a:r>
            <a:endParaRPr lang="en-US" dirty="0"/>
          </a:p>
        </p:txBody>
      </p:sp>
      <p:sp>
        <p:nvSpPr>
          <p:cNvPr id="7" name="Text 4">
            <a:extLst>
              <a:ext uri="{FF2B5EF4-FFF2-40B4-BE49-F238E27FC236}">
                <a16:creationId xmlns:a16="http://schemas.microsoft.com/office/drawing/2014/main" id="{98147F66-DF44-DD36-12A4-297D40D42696}"/>
              </a:ext>
            </a:extLst>
          </p:cNvPr>
          <p:cNvSpPr/>
          <p:nvPr/>
        </p:nvSpPr>
        <p:spPr>
          <a:xfrm>
            <a:off x="777240" y="1828800"/>
            <a:ext cx="10134472" cy="502920"/>
          </a:xfrm>
          <a:prstGeom prst="rect">
            <a:avLst/>
          </a:prstGeom>
          <a:noFill/>
          <a:ln/>
        </p:spPr>
        <p:txBody>
          <a:bodyPr wrap="square" rtlCol="0" anchor="t"/>
          <a:lstStyle/>
          <a:p>
            <a:pPr marL="0" indent="0">
              <a:lnSpc>
                <a:spcPts val="1200"/>
              </a:lnSpc>
              <a:buNone/>
            </a:pPr>
            <a:r>
              <a:rPr lang="sv-SE" sz="1400" dirty="0">
                <a:solidFill>
                  <a:srgbClr val="444444"/>
                </a:solidFill>
                <a:latin typeface="Calibri" pitchFamily="34" charset="0"/>
                <a:ea typeface="Calibri" pitchFamily="34" charset="-122"/>
                <a:cs typeface="Calibri" pitchFamily="34" charset="-120"/>
              </a:rPr>
              <a:t>Tim Bisnis disarankan untuk mengevaluasi opsi kerja sama konsinyasi atau bulk shipping dengan mitra kargo di wilayah Utara untuk top seller (khususnya kategori telefonia), dengan tujuan memotong biaya ongkir eceran jarak jauh tanpa menambah beban aset fisik milik Olist.</a:t>
            </a:r>
            <a:endParaRPr lang="en-US" sz="1400" dirty="0"/>
          </a:p>
        </p:txBody>
      </p:sp>
      <p:sp>
        <p:nvSpPr>
          <p:cNvPr id="22" name="Shape 17">
            <a:extLst>
              <a:ext uri="{FF2B5EF4-FFF2-40B4-BE49-F238E27FC236}">
                <a16:creationId xmlns:a16="http://schemas.microsoft.com/office/drawing/2014/main" id="{AAA40129-5471-0019-7312-449A7C3838BB}"/>
              </a:ext>
            </a:extLst>
          </p:cNvPr>
          <p:cNvSpPr/>
          <p:nvPr/>
        </p:nvSpPr>
        <p:spPr>
          <a:xfrm>
            <a:off x="777240" y="4983480"/>
            <a:ext cx="4983480" cy="640080"/>
          </a:xfrm>
          <a:prstGeom prst="roundRect">
            <a:avLst>
              <a:gd name="adj" fmla="val 8571"/>
            </a:avLst>
          </a:prstGeom>
          <a:solidFill>
            <a:srgbClr val="F5F7FC"/>
          </a:solidFill>
          <a:ln/>
        </p:spPr>
      </p:sp>
      <p:sp>
        <p:nvSpPr>
          <p:cNvPr id="32" name="Text 26">
            <a:extLst>
              <a:ext uri="{FF2B5EF4-FFF2-40B4-BE49-F238E27FC236}">
                <a16:creationId xmlns:a16="http://schemas.microsoft.com/office/drawing/2014/main" id="{92C42FE2-2EDD-58F4-5E6F-B770B6A2D4E6}"/>
              </a:ext>
            </a:extLst>
          </p:cNvPr>
          <p:cNvSpPr/>
          <p:nvPr/>
        </p:nvSpPr>
        <p:spPr>
          <a:xfrm>
            <a:off x="11277295" y="6492240"/>
            <a:ext cx="457200" cy="274320"/>
          </a:xfrm>
          <a:prstGeom prst="rect">
            <a:avLst/>
          </a:prstGeom>
          <a:noFill/>
          <a:ln/>
        </p:spPr>
        <p:txBody>
          <a:bodyPr wrap="square" rtlCol="0" anchor="ctr"/>
          <a:lstStyle/>
          <a:p>
            <a:pPr marL="0" indent="0" algn="r">
              <a:buNone/>
            </a:pPr>
            <a:r>
              <a:rPr lang="en-US" sz="850" dirty="0">
                <a:solidFill>
                  <a:srgbClr val="667085"/>
                </a:solidFill>
                <a:latin typeface="Calibri" pitchFamily="34" charset="0"/>
                <a:ea typeface="Calibri" pitchFamily="34" charset="-122"/>
                <a:cs typeface="Calibri" pitchFamily="34" charset="-120"/>
              </a:rPr>
              <a:t>11</a:t>
            </a:r>
            <a:endParaRPr lang="en-US" sz="850" dirty="0"/>
          </a:p>
        </p:txBody>
      </p:sp>
      <p:sp>
        <p:nvSpPr>
          <p:cNvPr id="25" name="Shape 1">
            <a:extLst>
              <a:ext uri="{FF2B5EF4-FFF2-40B4-BE49-F238E27FC236}">
                <a16:creationId xmlns:a16="http://schemas.microsoft.com/office/drawing/2014/main" id="{1BB11EE8-202A-0139-D8D6-8058A57A3969}"/>
              </a:ext>
            </a:extLst>
          </p:cNvPr>
          <p:cNvSpPr/>
          <p:nvPr/>
        </p:nvSpPr>
        <p:spPr>
          <a:xfrm>
            <a:off x="563880" y="2739636"/>
            <a:ext cx="11064240" cy="1540495"/>
          </a:xfrm>
          <a:prstGeom prst="roundRect">
            <a:avLst>
              <a:gd name="adj" fmla="val 3404"/>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sp>
      <p:sp>
        <p:nvSpPr>
          <p:cNvPr id="27" name="Shape 2">
            <a:extLst>
              <a:ext uri="{FF2B5EF4-FFF2-40B4-BE49-F238E27FC236}">
                <a16:creationId xmlns:a16="http://schemas.microsoft.com/office/drawing/2014/main" id="{976D72A2-6759-8CB6-AED2-3B0A4EFD9B1F}"/>
              </a:ext>
            </a:extLst>
          </p:cNvPr>
          <p:cNvSpPr/>
          <p:nvPr/>
        </p:nvSpPr>
        <p:spPr>
          <a:xfrm>
            <a:off x="890397" y="2903085"/>
            <a:ext cx="502920" cy="502920"/>
          </a:xfrm>
          <a:prstGeom prst="ellipse">
            <a:avLst/>
          </a:prstGeom>
          <a:solidFill>
            <a:srgbClr val="2E9E6D"/>
          </a:solidFill>
          <a:ln/>
        </p:spPr>
      </p:sp>
      <p:pic>
        <p:nvPicPr>
          <p:cNvPr id="30" name="Image 0" descr="icon_check.png">
            <a:extLst>
              <a:ext uri="{FF2B5EF4-FFF2-40B4-BE49-F238E27FC236}">
                <a16:creationId xmlns:a16="http://schemas.microsoft.com/office/drawing/2014/main" id="{F3ED04BB-8F33-DB8E-C2DB-F70C011CF6C2}"/>
              </a:ext>
            </a:extLst>
          </p:cNvPr>
          <p:cNvPicPr>
            <a:picLocks noChangeAspect="1"/>
          </p:cNvPicPr>
          <p:nvPr/>
        </p:nvPicPr>
        <p:blipFill>
          <a:blip r:embed="rId3"/>
          <a:stretch>
            <a:fillRect/>
          </a:stretch>
        </p:blipFill>
        <p:spPr>
          <a:xfrm>
            <a:off x="1003554" y="3016242"/>
            <a:ext cx="276606" cy="276606"/>
          </a:xfrm>
          <a:prstGeom prst="rect">
            <a:avLst/>
          </a:prstGeom>
        </p:spPr>
      </p:pic>
      <p:sp>
        <p:nvSpPr>
          <p:cNvPr id="33" name="Text 3">
            <a:extLst>
              <a:ext uri="{FF2B5EF4-FFF2-40B4-BE49-F238E27FC236}">
                <a16:creationId xmlns:a16="http://schemas.microsoft.com/office/drawing/2014/main" id="{118332A6-8F75-1BF9-792E-677E58C3ED05}"/>
              </a:ext>
            </a:extLst>
          </p:cNvPr>
          <p:cNvSpPr/>
          <p:nvPr/>
        </p:nvSpPr>
        <p:spPr>
          <a:xfrm>
            <a:off x="1417319" y="2922516"/>
            <a:ext cx="8832797" cy="435483"/>
          </a:xfrm>
          <a:prstGeom prst="rect">
            <a:avLst/>
          </a:prstGeom>
          <a:noFill/>
          <a:ln/>
        </p:spPr>
        <p:txBody>
          <a:bodyPr wrap="square" rtlCol="0" anchor="t"/>
          <a:lstStyle/>
          <a:p>
            <a:r>
              <a:rPr lang="en-US" b="1" dirty="0" err="1">
                <a:solidFill>
                  <a:srgbClr val="1E2761"/>
                </a:solidFill>
                <a:latin typeface="Cambria" pitchFamily="34" charset="0"/>
                <a:ea typeface="Cambria" pitchFamily="34" charset="-122"/>
                <a:cs typeface="Cambria" pitchFamily="34" charset="-120"/>
              </a:rPr>
              <a:t>Negosiasi</a:t>
            </a:r>
            <a:r>
              <a:rPr lang="en-US" b="1" dirty="0">
                <a:solidFill>
                  <a:srgbClr val="1E2761"/>
                </a:solidFill>
                <a:latin typeface="Cambria" pitchFamily="34" charset="0"/>
                <a:ea typeface="Cambria" pitchFamily="34" charset="-122"/>
                <a:cs typeface="Cambria" pitchFamily="34" charset="-120"/>
              </a:rPr>
              <a:t> Tarif </a:t>
            </a:r>
            <a:r>
              <a:rPr lang="en-US" b="1" dirty="0" err="1">
                <a:solidFill>
                  <a:srgbClr val="1E2761"/>
                </a:solidFill>
                <a:latin typeface="Cambria" pitchFamily="34" charset="0"/>
                <a:ea typeface="Cambria" pitchFamily="34" charset="-122"/>
                <a:cs typeface="Cambria" pitchFamily="34" charset="-120"/>
              </a:rPr>
              <a:t>Khusus</a:t>
            </a:r>
            <a:r>
              <a:rPr lang="en-US" b="1" dirty="0">
                <a:solidFill>
                  <a:srgbClr val="1E2761"/>
                </a:solidFill>
                <a:latin typeface="Cambria" pitchFamily="34" charset="0"/>
                <a:ea typeface="Cambria" pitchFamily="34" charset="-122"/>
                <a:cs typeface="Cambria" pitchFamily="34" charset="-120"/>
              </a:rPr>
              <a:t> (Flat-Rate) Paket </a:t>
            </a:r>
            <a:r>
              <a:rPr lang="en-US" b="1" dirty="0" err="1">
                <a:solidFill>
                  <a:srgbClr val="1E2761"/>
                </a:solidFill>
                <a:latin typeface="Cambria" pitchFamily="34" charset="0"/>
                <a:ea typeface="Cambria" pitchFamily="34" charset="-122"/>
                <a:cs typeface="Cambria" pitchFamily="34" charset="-120"/>
              </a:rPr>
              <a:t>Ringan</a:t>
            </a:r>
            <a:endParaRPr lang="en-US" dirty="0"/>
          </a:p>
        </p:txBody>
      </p:sp>
      <p:sp>
        <p:nvSpPr>
          <p:cNvPr id="35" name="Text 4">
            <a:extLst>
              <a:ext uri="{FF2B5EF4-FFF2-40B4-BE49-F238E27FC236}">
                <a16:creationId xmlns:a16="http://schemas.microsoft.com/office/drawing/2014/main" id="{3E7F7364-9362-DC6C-AA77-153081D49908}"/>
              </a:ext>
            </a:extLst>
          </p:cNvPr>
          <p:cNvSpPr/>
          <p:nvPr/>
        </p:nvSpPr>
        <p:spPr>
          <a:xfrm>
            <a:off x="777240" y="3580884"/>
            <a:ext cx="10134472" cy="502920"/>
          </a:xfrm>
          <a:prstGeom prst="rect">
            <a:avLst/>
          </a:prstGeom>
          <a:noFill/>
          <a:ln/>
        </p:spPr>
        <p:txBody>
          <a:bodyPr wrap="square" rtlCol="0" anchor="t"/>
          <a:lstStyle/>
          <a:p>
            <a:pPr marL="0" indent="0">
              <a:lnSpc>
                <a:spcPts val="1200"/>
              </a:lnSpc>
              <a:buNone/>
            </a:pPr>
            <a:r>
              <a:rPr lang="sv-SE" sz="1400" dirty="0">
                <a:solidFill>
                  <a:srgbClr val="444444"/>
                </a:solidFill>
                <a:latin typeface="Calibri" pitchFamily="34" charset="0"/>
                <a:ea typeface="Calibri" pitchFamily="34" charset="-122"/>
                <a:cs typeface="Calibri" pitchFamily="34" charset="-120"/>
              </a:rPr>
              <a:t>Tim Logistik disarankan untuk menjajaki negosiasi skema tarif khusus dengan kurir mitra untuk paket berbobot di bawah 1 kg ke wilayah (RO, PB, MA), dengan tujuan menekan biaya pengiriman barang ringan seperti telefonia (273 gram) yang saat ini rata-rata ongkirnya masih membengkak hingga 41,86 Reais.</a:t>
            </a:r>
            <a:endParaRPr lang="en-US" sz="1400" dirty="0"/>
          </a:p>
        </p:txBody>
      </p:sp>
      <p:sp>
        <p:nvSpPr>
          <p:cNvPr id="9" name="Shape 1">
            <a:extLst>
              <a:ext uri="{FF2B5EF4-FFF2-40B4-BE49-F238E27FC236}">
                <a16:creationId xmlns:a16="http://schemas.microsoft.com/office/drawing/2014/main" id="{E6FC4952-1762-6FB2-6D8B-AA411B1BE3E5}"/>
              </a:ext>
            </a:extLst>
          </p:cNvPr>
          <p:cNvSpPr/>
          <p:nvPr/>
        </p:nvSpPr>
        <p:spPr>
          <a:xfrm>
            <a:off x="548640" y="4557276"/>
            <a:ext cx="11064240" cy="1540495"/>
          </a:xfrm>
          <a:prstGeom prst="roundRect">
            <a:avLst>
              <a:gd name="adj" fmla="val 3404"/>
            </a:avLst>
          </a:prstGeom>
          <a:solidFill>
            <a:srgbClr val="FFFFFF"/>
          </a:solidFill>
          <a:ln w="12700">
            <a:solidFill>
              <a:srgbClr val="D8DEEC"/>
            </a:solidFill>
            <a:prstDash val="solid"/>
          </a:ln>
          <a:effectLst>
            <a:outerShdw blurRad="76200" dist="25400" dir="5400000" algn="bl" rotWithShape="0">
              <a:srgbClr val="1E2761">
                <a:alpha val="10000"/>
              </a:srgbClr>
            </a:outerShdw>
          </a:effectLst>
        </p:spPr>
      </p:sp>
      <p:sp>
        <p:nvSpPr>
          <p:cNvPr id="11" name="Shape 2">
            <a:extLst>
              <a:ext uri="{FF2B5EF4-FFF2-40B4-BE49-F238E27FC236}">
                <a16:creationId xmlns:a16="http://schemas.microsoft.com/office/drawing/2014/main" id="{A172B1E3-A3C8-959F-45C6-302CF9C6D8D9}"/>
              </a:ext>
            </a:extLst>
          </p:cNvPr>
          <p:cNvSpPr/>
          <p:nvPr/>
        </p:nvSpPr>
        <p:spPr>
          <a:xfrm>
            <a:off x="875157" y="4720725"/>
            <a:ext cx="502920" cy="502920"/>
          </a:xfrm>
          <a:prstGeom prst="ellipse">
            <a:avLst/>
          </a:prstGeom>
          <a:solidFill>
            <a:srgbClr val="2E9E6D"/>
          </a:solidFill>
          <a:ln/>
        </p:spPr>
      </p:sp>
      <p:pic>
        <p:nvPicPr>
          <p:cNvPr id="13" name="Image 0" descr="icon_check.png">
            <a:extLst>
              <a:ext uri="{FF2B5EF4-FFF2-40B4-BE49-F238E27FC236}">
                <a16:creationId xmlns:a16="http://schemas.microsoft.com/office/drawing/2014/main" id="{E58CFE3A-585D-F023-7170-B8A3592486BE}"/>
              </a:ext>
            </a:extLst>
          </p:cNvPr>
          <p:cNvPicPr>
            <a:picLocks noChangeAspect="1"/>
          </p:cNvPicPr>
          <p:nvPr/>
        </p:nvPicPr>
        <p:blipFill>
          <a:blip r:embed="rId3"/>
          <a:stretch>
            <a:fillRect/>
          </a:stretch>
        </p:blipFill>
        <p:spPr>
          <a:xfrm>
            <a:off x="988314" y="4833882"/>
            <a:ext cx="276606" cy="276606"/>
          </a:xfrm>
          <a:prstGeom prst="rect">
            <a:avLst/>
          </a:prstGeom>
        </p:spPr>
      </p:pic>
      <p:sp>
        <p:nvSpPr>
          <p:cNvPr id="15" name="Text 3">
            <a:extLst>
              <a:ext uri="{FF2B5EF4-FFF2-40B4-BE49-F238E27FC236}">
                <a16:creationId xmlns:a16="http://schemas.microsoft.com/office/drawing/2014/main" id="{D30DC73B-FECA-6CA5-E19D-317B56F30A89}"/>
              </a:ext>
            </a:extLst>
          </p:cNvPr>
          <p:cNvSpPr/>
          <p:nvPr/>
        </p:nvSpPr>
        <p:spPr>
          <a:xfrm>
            <a:off x="1402079" y="4740156"/>
            <a:ext cx="8832797" cy="435483"/>
          </a:xfrm>
          <a:prstGeom prst="rect">
            <a:avLst/>
          </a:prstGeom>
          <a:noFill/>
          <a:ln/>
        </p:spPr>
        <p:txBody>
          <a:bodyPr wrap="square" rtlCol="0" anchor="t"/>
          <a:lstStyle/>
          <a:p>
            <a:r>
              <a:rPr lang="en-US" b="1" dirty="0" err="1">
                <a:solidFill>
                  <a:srgbClr val="1E2761"/>
                </a:solidFill>
                <a:latin typeface="Cambria" pitchFamily="34" charset="0"/>
                <a:ea typeface="Cambria" pitchFamily="34" charset="-122"/>
                <a:cs typeface="Cambria" pitchFamily="34" charset="-120"/>
              </a:rPr>
              <a:t>Prioritas</a:t>
            </a:r>
            <a:r>
              <a:rPr lang="en-US" b="1" dirty="0">
                <a:solidFill>
                  <a:srgbClr val="1E2761"/>
                </a:solidFill>
                <a:latin typeface="Cambria" pitchFamily="34" charset="0"/>
                <a:ea typeface="Cambria" pitchFamily="34" charset="-122"/>
                <a:cs typeface="Cambria" pitchFamily="34" charset="-120"/>
              </a:rPr>
              <a:t> </a:t>
            </a:r>
            <a:r>
              <a:rPr lang="en-US" b="1" dirty="0" err="1">
                <a:solidFill>
                  <a:srgbClr val="1E2761"/>
                </a:solidFill>
                <a:latin typeface="Cambria" pitchFamily="34" charset="0"/>
                <a:ea typeface="Cambria" pitchFamily="34" charset="-122"/>
                <a:cs typeface="Cambria" pitchFamily="34" charset="-120"/>
              </a:rPr>
              <a:t>Akuisisi</a:t>
            </a:r>
            <a:r>
              <a:rPr lang="en-US" b="1" dirty="0">
                <a:solidFill>
                  <a:srgbClr val="1E2761"/>
                </a:solidFill>
                <a:latin typeface="Cambria" pitchFamily="34" charset="0"/>
                <a:ea typeface="Cambria" pitchFamily="34" charset="-122"/>
                <a:cs typeface="Cambria" pitchFamily="34" charset="-120"/>
              </a:rPr>
              <a:t> </a:t>
            </a:r>
            <a:r>
              <a:rPr lang="en-US" b="1" dirty="0" err="1">
                <a:solidFill>
                  <a:srgbClr val="1E2761"/>
                </a:solidFill>
                <a:latin typeface="Cambria" pitchFamily="34" charset="0"/>
                <a:ea typeface="Cambria" pitchFamily="34" charset="-122"/>
                <a:cs typeface="Cambria" pitchFamily="34" charset="-120"/>
              </a:rPr>
              <a:t>Penjual</a:t>
            </a:r>
            <a:r>
              <a:rPr lang="en-US" b="1" dirty="0">
                <a:solidFill>
                  <a:srgbClr val="1E2761"/>
                </a:solidFill>
                <a:latin typeface="Cambria" pitchFamily="34" charset="0"/>
                <a:ea typeface="Cambria" pitchFamily="34" charset="-122"/>
                <a:cs typeface="Cambria" pitchFamily="34" charset="-120"/>
              </a:rPr>
              <a:t> Lokal (Merchant Onboarding)</a:t>
            </a:r>
            <a:endParaRPr lang="en-US" dirty="0"/>
          </a:p>
        </p:txBody>
      </p:sp>
      <p:sp>
        <p:nvSpPr>
          <p:cNvPr id="17" name="Text 4">
            <a:extLst>
              <a:ext uri="{FF2B5EF4-FFF2-40B4-BE49-F238E27FC236}">
                <a16:creationId xmlns:a16="http://schemas.microsoft.com/office/drawing/2014/main" id="{DA277BBB-5477-617C-2E5F-D44D39BAF01C}"/>
              </a:ext>
            </a:extLst>
          </p:cNvPr>
          <p:cNvSpPr/>
          <p:nvPr/>
        </p:nvSpPr>
        <p:spPr>
          <a:xfrm>
            <a:off x="762000" y="5333171"/>
            <a:ext cx="10134472" cy="502920"/>
          </a:xfrm>
          <a:prstGeom prst="rect">
            <a:avLst/>
          </a:prstGeom>
          <a:noFill/>
          <a:ln/>
        </p:spPr>
        <p:txBody>
          <a:bodyPr wrap="square" rtlCol="0" anchor="t"/>
          <a:lstStyle/>
          <a:p>
            <a:pPr marL="0" indent="0">
              <a:lnSpc>
                <a:spcPct val="100000"/>
              </a:lnSpc>
              <a:buNone/>
            </a:pPr>
            <a:r>
              <a:rPr lang="sv-SE" sz="1400" dirty="0">
                <a:solidFill>
                  <a:srgbClr val="444444"/>
                </a:solidFill>
                <a:latin typeface="Calibri" pitchFamily="34" charset="0"/>
                <a:ea typeface="Calibri" pitchFamily="34" charset="-122"/>
                <a:cs typeface="Calibri" pitchFamily="34" charset="-120"/>
              </a:rPr>
              <a:t> *  Tim Merchant Acquisition disarankan memprioritaskan perekrutan seller baru di wilayah RO dan sekitarnya untuk kategori esporte_lazer dan telefonia, dengan tujuan memendekkan jarak distribusi sehingga tarif pengiriman ke pembeli lokal otomatis turun ke harga standar. </a:t>
            </a:r>
          </a:p>
        </p:txBody>
      </p:sp>
    </p:spTree>
    <p:extLst>
      <p:ext uri="{BB962C8B-B14F-4D97-AF65-F5344CB8AC3E}">
        <p14:creationId xmlns:p14="http://schemas.microsoft.com/office/powerpoint/2010/main" val="3221160999"/>
      </p:ext>
    </p:extLst>
  </p:cSld>
  <p:clrMapOvr>
    <a:masterClrMapping/>
  </p:clrMapOvr>
</p:sld>
</file>

<file path=ppt/theme/theme1.xml><?xml version="1.0" encoding="utf-8"?>
<a:theme xmlns:a="http://schemas.openxmlformats.org/drawingml/2006/main" name="Dark Gradient">
  <a:themeElements>
    <a:clrScheme name="Dark Gradient">
      <a:dk1>
        <a:sysClr val="windowText" lastClr="000000"/>
      </a:dk1>
      <a:lt1>
        <a:sysClr val="window" lastClr="FFFFFF"/>
      </a:lt1>
      <a:dk2>
        <a:srgbClr val="0B0C12"/>
      </a:dk2>
      <a:lt2>
        <a:srgbClr val="ECF0FB"/>
      </a:lt2>
      <a:accent1>
        <a:srgbClr val="4970FF"/>
      </a:accent1>
      <a:accent2>
        <a:srgbClr val="712ED5"/>
      </a:accent2>
      <a:accent3>
        <a:srgbClr val="00C4B6"/>
      </a:accent3>
      <a:accent4>
        <a:srgbClr val="3633D1"/>
      </a:accent4>
      <a:accent5>
        <a:srgbClr val="4AB1FE"/>
      </a:accent5>
      <a:accent6>
        <a:srgbClr val="9E2FD5"/>
      </a:accent6>
      <a:hlink>
        <a:srgbClr val="4970FF"/>
      </a:hlink>
      <a:folHlink>
        <a:srgbClr val="8E24FF"/>
      </a:folHlink>
    </a:clrScheme>
    <a:fontScheme name="Custom 53">
      <a:majorFont>
        <a:latin typeface="Arial Nova Light"/>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rk gradient" id="{E11C298A-C952-4C7C-AD82-FDE632A020A2}" vid="{C429265E-EED5-40F2-8F51-E02F8E47A73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Dark Gradient</Template>
  <TotalTime>685</TotalTime>
  <Words>1421</Words>
  <Application>Microsoft Office PowerPoint</Application>
  <PresentationFormat>Widescreen</PresentationFormat>
  <Paragraphs>146</Paragraphs>
  <Slides>22</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Aptos</vt:lpstr>
      <vt:lpstr>Arial</vt:lpstr>
      <vt:lpstr>Arial Nova Light</vt:lpstr>
      <vt:lpstr>Calibri</vt:lpstr>
      <vt:lpstr>Cambria</vt:lpstr>
      <vt:lpstr>Dark Gradient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User</cp:lastModifiedBy>
  <cp:revision>20</cp:revision>
  <dcterms:created xsi:type="dcterms:W3CDTF">2026-08-17T04:02:49Z</dcterms:created>
  <dcterms:modified xsi:type="dcterms:W3CDTF">2026-09-23T00:03:56Z</dcterms:modified>
</cp:coreProperties>
</file>